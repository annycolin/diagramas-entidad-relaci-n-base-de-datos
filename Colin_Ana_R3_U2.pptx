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74" r:id="rId11"/>
    <p:sldId id="267" r:id="rId12"/>
    <p:sldId id="273" r:id="rId13"/>
    <p:sldId id="275" r:id="rId14"/>
    <p:sldId id="276" r:id="rId15"/>
    <p:sldId id="268" r:id="rId16"/>
    <p:sldId id="269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E806A-656F-49CC-9B10-B9AB74A1FBC3}" v="54" dt="2026-06-12T05:09:44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y Colin" userId="e307267926ccea94" providerId="LiveId" clId="{401A5045-C88D-4B21-B978-8E5BEB842976}"/>
    <pc:docChg chg="undo custSel addSld delSld modSld sldOrd addMainMaster delMainMaster modMainMaster">
      <pc:chgData name="Anny Colin" userId="e307267926ccea94" providerId="LiveId" clId="{401A5045-C88D-4B21-B978-8E5BEB842976}" dt="2026-06-12T05:41:50.608" v="1289" actId="14100"/>
      <pc:docMkLst>
        <pc:docMk/>
      </pc:docMkLst>
      <pc:sldChg chg="addSp delSp modSp new mod modClrScheme chgLayout">
        <pc:chgData name="Anny Colin" userId="e307267926ccea94" providerId="LiveId" clId="{401A5045-C88D-4B21-B978-8E5BEB842976}" dt="2026-06-12T03:36:30.337" v="1138" actId="20577"/>
        <pc:sldMkLst>
          <pc:docMk/>
          <pc:sldMk cId="1848577737" sldId="256"/>
        </pc:sldMkLst>
        <pc:spChg chg="del mod">
          <ac:chgData name="Anny Colin" userId="e307267926ccea94" providerId="LiveId" clId="{401A5045-C88D-4B21-B978-8E5BEB842976}" dt="2026-06-11T05:07:01.605" v="30" actId="478"/>
          <ac:spMkLst>
            <pc:docMk/>
            <pc:sldMk cId="1848577737" sldId="256"/>
            <ac:spMk id="2" creationId="{E7F46ABC-C752-7E8B-F5FD-7C5B23033AFA}"/>
          </ac:spMkLst>
        </pc:spChg>
        <pc:spChg chg="del mod">
          <ac:chgData name="Anny Colin" userId="e307267926ccea94" providerId="LiveId" clId="{401A5045-C88D-4B21-B978-8E5BEB842976}" dt="2026-06-11T05:19:15.030" v="72" actId="478"/>
          <ac:spMkLst>
            <pc:docMk/>
            <pc:sldMk cId="1848577737" sldId="256"/>
            <ac:spMk id="3" creationId="{E6C6555C-F0CF-C5B5-AE3F-2C489BCE9948}"/>
          </ac:spMkLst>
        </pc:spChg>
        <pc:spChg chg="add del mod">
          <ac:chgData name="Anny Colin" userId="e307267926ccea94" providerId="LiveId" clId="{401A5045-C88D-4B21-B978-8E5BEB842976}" dt="2026-06-11T05:19:16.515" v="73" actId="478"/>
          <ac:spMkLst>
            <pc:docMk/>
            <pc:sldMk cId="1848577737" sldId="256"/>
            <ac:spMk id="7" creationId="{B75DA7EB-5EE1-E3EF-119C-04B1E1796AF7}"/>
          </ac:spMkLst>
        </pc:spChg>
        <pc:spChg chg="add del mod">
          <ac:chgData name="Anny Colin" userId="e307267926ccea94" providerId="LiveId" clId="{401A5045-C88D-4B21-B978-8E5BEB842976}" dt="2026-06-11T05:02:53.151" v="3" actId="26606"/>
          <ac:spMkLst>
            <pc:docMk/>
            <pc:sldMk cId="1848577737" sldId="256"/>
            <ac:spMk id="8" creationId="{0480A08E-3C56-89C6-B1D8-B2FEDDBA7792}"/>
          </ac:spMkLst>
        </pc:spChg>
        <pc:spChg chg="add mod">
          <ac:chgData name="Anny Colin" userId="e307267926ccea94" providerId="LiveId" clId="{401A5045-C88D-4B21-B978-8E5BEB842976}" dt="2026-06-12T03:36:30.337" v="1138" actId="20577"/>
          <ac:spMkLst>
            <pc:docMk/>
            <pc:sldMk cId="1848577737" sldId="256"/>
            <ac:spMk id="9" creationId="{6910B21B-B853-191C-1356-DEB18C425C28}"/>
          </ac:spMkLst>
        </pc:spChg>
        <pc:spChg chg="add del mod">
          <ac:chgData name="Anny Colin" userId="e307267926ccea94" providerId="LiveId" clId="{401A5045-C88D-4B21-B978-8E5BEB842976}" dt="2026-06-11T05:02:58.628" v="6" actId="26606"/>
          <ac:spMkLst>
            <pc:docMk/>
            <pc:sldMk cId="1848577737" sldId="256"/>
            <ac:spMk id="10" creationId="{9167A7E6-2798-5E0A-9C74-6117FEB35F3D}"/>
          </ac:spMkLst>
        </pc:spChg>
        <pc:spChg chg="add del mod">
          <ac:chgData name="Anny Colin" userId="e307267926ccea94" providerId="LiveId" clId="{401A5045-C88D-4B21-B978-8E5BEB842976}" dt="2026-06-11T05:03:41.891" v="10" actId="478"/>
          <ac:spMkLst>
            <pc:docMk/>
            <pc:sldMk cId="1848577737" sldId="256"/>
            <ac:spMk id="12" creationId="{00429E8D-2ACB-5BFD-E0E0-E937A95A302A}"/>
          </ac:spMkLst>
        </pc:spChg>
        <pc:picChg chg="add del mod">
          <ac:chgData name="Anny Colin" userId="e307267926ccea94" providerId="LiveId" clId="{401A5045-C88D-4B21-B978-8E5BEB842976}" dt="2026-06-11T05:23:00.511" v="80" actId="478"/>
          <ac:picMkLst>
            <pc:docMk/>
            <pc:sldMk cId="1848577737" sldId="256"/>
            <ac:picMk id="5" creationId="{3DC3897D-380C-3F90-37DA-15ACBE1F98B2}"/>
          </ac:picMkLst>
        </pc:picChg>
      </pc:sldChg>
      <pc:sldChg chg="addSp delSp modSp new mod">
        <pc:chgData name="Anny Colin" userId="e307267926ccea94" providerId="LiveId" clId="{401A5045-C88D-4B21-B978-8E5BEB842976}" dt="2026-06-12T05:09:36.517" v="1260" actId="14100"/>
        <pc:sldMkLst>
          <pc:docMk/>
          <pc:sldMk cId="3518775687" sldId="257"/>
        </pc:sldMkLst>
        <pc:spChg chg="del">
          <ac:chgData name="Anny Colin" userId="e307267926ccea94" providerId="LiveId" clId="{401A5045-C88D-4B21-B978-8E5BEB842976}" dt="2026-06-11T05:15:26.447" v="35" actId="478"/>
          <ac:spMkLst>
            <pc:docMk/>
            <pc:sldMk cId="3518775687" sldId="257"/>
            <ac:spMk id="2" creationId="{64FFC37A-A10E-36B6-7870-A262521B124B}"/>
          </ac:spMkLst>
        </pc:spChg>
        <pc:spChg chg="del">
          <ac:chgData name="Anny Colin" userId="e307267926ccea94" providerId="LiveId" clId="{401A5045-C88D-4B21-B978-8E5BEB842976}" dt="2026-06-11T05:15:28.468" v="36" actId="478"/>
          <ac:spMkLst>
            <pc:docMk/>
            <pc:sldMk cId="3518775687" sldId="257"/>
            <ac:spMk id="3" creationId="{773547A5-2AC5-DBBF-F4F7-9058FC5E3116}"/>
          </ac:spMkLst>
        </pc:spChg>
        <pc:spChg chg="del">
          <ac:chgData name="Anny Colin" userId="e307267926ccea94" providerId="LiveId" clId="{401A5045-C88D-4B21-B978-8E5BEB842976}" dt="2026-06-11T05:15:23.050" v="34" actId="478"/>
          <ac:spMkLst>
            <pc:docMk/>
            <pc:sldMk cId="3518775687" sldId="257"/>
            <ac:spMk id="4" creationId="{A4ACF09C-49F2-E324-6F13-8005F9217F72}"/>
          </ac:spMkLst>
        </pc:spChg>
        <pc:spChg chg="add mod">
          <ac:chgData name="Anny Colin" userId="e307267926ccea94" providerId="LiveId" clId="{401A5045-C88D-4B21-B978-8E5BEB842976}" dt="2026-06-12T03:52:28.595" v="1180" actId="1076"/>
          <ac:spMkLst>
            <pc:docMk/>
            <pc:sldMk cId="3518775687" sldId="257"/>
            <ac:spMk id="5" creationId="{115FA19F-3234-DE68-DBF2-C55E8ABD8A85}"/>
          </ac:spMkLst>
        </pc:spChg>
        <pc:spChg chg="add mod">
          <ac:chgData name="Anny Colin" userId="e307267926ccea94" providerId="LiveId" clId="{401A5045-C88D-4B21-B978-8E5BEB842976}" dt="2026-06-12T05:09:36.517" v="1260" actId="14100"/>
          <ac:spMkLst>
            <pc:docMk/>
            <pc:sldMk cId="3518775687" sldId="257"/>
            <ac:spMk id="6" creationId="{D044046E-B01E-5249-8BAE-0469487DF1B9}"/>
          </ac:spMkLst>
        </pc:spChg>
        <pc:spChg chg="add mod">
          <ac:chgData name="Anny Colin" userId="e307267926ccea94" providerId="LiveId" clId="{401A5045-C88D-4B21-B978-8E5BEB842976}" dt="2026-06-12T05:09:17.076" v="1240" actId="207"/>
          <ac:spMkLst>
            <pc:docMk/>
            <pc:sldMk cId="3518775687" sldId="257"/>
            <ac:spMk id="7" creationId="{B009CE0C-3B5D-3CA7-8848-30AEA0831DA0}"/>
          </ac:spMkLst>
        </pc:spChg>
      </pc:sldChg>
      <pc:sldChg chg="addSp delSp modSp new mod">
        <pc:chgData name="Anny Colin" userId="e307267926ccea94" providerId="LiveId" clId="{401A5045-C88D-4B21-B978-8E5BEB842976}" dt="2026-06-11T17:46:22.455" v="742" actId="113"/>
        <pc:sldMkLst>
          <pc:docMk/>
          <pc:sldMk cId="3566051358" sldId="258"/>
        </pc:sldMkLst>
        <pc:spChg chg="del">
          <ac:chgData name="Anny Colin" userId="e307267926ccea94" providerId="LiveId" clId="{401A5045-C88D-4B21-B978-8E5BEB842976}" dt="2026-06-11T05:28:30.623" v="137" actId="478"/>
          <ac:spMkLst>
            <pc:docMk/>
            <pc:sldMk cId="3566051358" sldId="258"/>
            <ac:spMk id="2" creationId="{A5761261-DE3D-287B-BA3F-BA67D4F4FC62}"/>
          </ac:spMkLst>
        </pc:spChg>
        <pc:spChg chg="del">
          <ac:chgData name="Anny Colin" userId="e307267926ccea94" providerId="LiveId" clId="{401A5045-C88D-4B21-B978-8E5BEB842976}" dt="2026-06-11T05:28:34.057" v="138" actId="478"/>
          <ac:spMkLst>
            <pc:docMk/>
            <pc:sldMk cId="3566051358" sldId="258"/>
            <ac:spMk id="3" creationId="{4D744139-0FEB-3956-1DC8-7C00F4728FF1}"/>
          </ac:spMkLst>
        </pc:spChg>
        <pc:spChg chg="del">
          <ac:chgData name="Anny Colin" userId="e307267926ccea94" providerId="LiveId" clId="{401A5045-C88D-4B21-B978-8E5BEB842976}" dt="2026-06-11T05:28:25.996" v="136" actId="478"/>
          <ac:spMkLst>
            <pc:docMk/>
            <pc:sldMk cId="3566051358" sldId="258"/>
            <ac:spMk id="4" creationId="{39714676-D980-FF6C-EDA3-547F8C803B42}"/>
          </ac:spMkLst>
        </pc:spChg>
        <pc:spChg chg="add del">
          <ac:chgData name="Anny Colin" userId="e307267926ccea94" providerId="LiveId" clId="{401A5045-C88D-4B21-B978-8E5BEB842976}" dt="2026-06-11T05:29:29.067" v="141" actId="22"/>
          <ac:spMkLst>
            <pc:docMk/>
            <pc:sldMk cId="3566051358" sldId="258"/>
            <ac:spMk id="6" creationId="{9D199667-CCEF-6D43-1F84-3E0281FDC0F3}"/>
          </ac:spMkLst>
        </pc:spChg>
        <pc:spChg chg="add mod">
          <ac:chgData name="Anny Colin" userId="e307267926ccea94" providerId="LiveId" clId="{401A5045-C88D-4B21-B978-8E5BEB842976}" dt="2026-06-11T17:46:22.455" v="742" actId="113"/>
          <ac:spMkLst>
            <pc:docMk/>
            <pc:sldMk cId="3566051358" sldId="258"/>
            <ac:spMk id="7" creationId="{CE474F38-EA3E-5C4D-282F-C8D447399A1D}"/>
          </ac:spMkLst>
        </pc:spChg>
      </pc:sldChg>
      <pc:sldChg chg="addSp delSp modSp add mod">
        <pc:chgData name="Anny Colin" userId="e307267926ccea94" providerId="LiveId" clId="{401A5045-C88D-4B21-B978-8E5BEB842976}" dt="2026-06-12T05:34:16.067" v="1285" actId="20577"/>
        <pc:sldMkLst>
          <pc:docMk/>
          <pc:sldMk cId="2963559373" sldId="259"/>
        </pc:sldMkLst>
        <pc:spChg chg="add mod">
          <ac:chgData name="Anny Colin" userId="e307267926ccea94" providerId="LiveId" clId="{401A5045-C88D-4B21-B978-8E5BEB842976}" dt="2026-06-12T05:34:16.067" v="1285" actId="20577"/>
          <ac:spMkLst>
            <pc:docMk/>
            <pc:sldMk cId="2963559373" sldId="259"/>
            <ac:spMk id="2" creationId="{18B0F14F-754E-A68F-95F6-E8862CE42A24}"/>
          </ac:spMkLst>
        </pc:spChg>
        <pc:spChg chg="add mod">
          <ac:chgData name="Anny Colin" userId="e307267926ccea94" providerId="LiveId" clId="{401A5045-C88D-4B21-B978-8E5BEB842976}" dt="2026-06-11T05:42:52.140" v="238" actId="1076"/>
          <ac:spMkLst>
            <pc:docMk/>
            <pc:sldMk cId="2963559373" sldId="259"/>
            <ac:spMk id="3" creationId="{A137F572-BBD1-BF4B-B936-623BF69823CF}"/>
          </ac:spMkLst>
        </pc:spChg>
        <pc:spChg chg="add mod">
          <ac:chgData name="Anny Colin" userId="e307267926ccea94" providerId="LiveId" clId="{401A5045-C88D-4B21-B978-8E5BEB842976}" dt="2026-06-11T05:38:29.286" v="200" actId="1076"/>
          <ac:spMkLst>
            <pc:docMk/>
            <pc:sldMk cId="2963559373" sldId="259"/>
            <ac:spMk id="4" creationId="{633F8F13-FBBC-46DE-8990-AEAC21F3CF2E}"/>
          </ac:spMkLst>
        </pc:spChg>
        <pc:spChg chg="add mod">
          <ac:chgData name="Anny Colin" userId="e307267926ccea94" providerId="LiveId" clId="{401A5045-C88D-4B21-B978-8E5BEB842976}" dt="2026-06-11T05:42:41.834" v="236" actId="1076"/>
          <ac:spMkLst>
            <pc:docMk/>
            <pc:sldMk cId="2963559373" sldId="259"/>
            <ac:spMk id="5" creationId="{A72E3B2F-B2B7-C94C-7D3F-96244B8E391B}"/>
          </ac:spMkLst>
        </pc:spChg>
        <pc:spChg chg="add del mod">
          <ac:chgData name="Anny Colin" userId="e307267926ccea94" providerId="LiveId" clId="{401A5045-C88D-4B21-B978-8E5BEB842976}" dt="2026-06-11T05:42:18.964" v="231" actId="478"/>
          <ac:spMkLst>
            <pc:docMk/>
            <pc:sldMk cId="2963559373" sldId="259"/>
            <ac:spMk id="6" creationId="{3E4D52D9-F72F-68F1-14E5-E8FB1FF87F2D}"/>
          </ac:spMkLst>
        </pc:spChg>
      </pc:sldChg>
      <pc:sldChg chg="addSp modSp add mod">
        <pc:chgData name="Anny Colin" userId="e307267926ccea94" providerId="LiveId" clId="{401A5045-C88D-4B21-B978-8E5BEB842976}" dt="2026-06-11T05:45:19.162" v="253" actId="1076"/>
        <pc:sldMkLst>
          <pc:docMk/>
          <pc:sldMk cId="1583282698" sldId="260"/>
        </pc:sldMkLst>
        <pc:spChg chg="add mod">
          <ac:chgData name="Anny Colin" userId="e307267926ccea94" providerId="LiveId" clId="{401A5045-C88D-4B21-B978-8E5BEB842976}" dt="2026-06-11T05:45:11.924" v="252" actId="1076"/>
          <ac:spMkLst>
            <pc:docMk/>
            <pc:sldMk cId="1583282698" sldId="260"/>
            <ac:spMk id="2" creationId="{BFE256C5-5D64-15DE-677B-2A2B13B0C54B}"/>
          </ac:spMkLst>
        </pc:spChg>
        <pc:spChg chg="add mod">
          <ac:chgData name="Anny Colin" userId="e307267926ccea94" providerId="LiveId" clId="{401A5045-C88D-4B21-B978-8E5BEB842976}" dt="2026-06-11T05:45:19.162" v="253" actId="1076"/>
          <ac:spMkLst>
            <pc:docMk/>
            <pc:sldMk cId="1583282698" sldId="260"/>
            <ac:spMk id="3" creationId="{D460DC02-B177-A2C5-63A1-B9023A145AEA}"/>
          </ac:spMkLst>
        </pc:spChg>
      </pc:sldChg>
      <pc:sldChg chg="new del">
        <pc:chgData name="Anny Colin" userId="e307267926ccea94" providerId="LiveId" clId="{401A5045-C88D-4B21-B978-8E5BEB842976}" dt="2026-06-11T05:34:31.234" v="175" actId="2696"/>
        <pc:sldMkLst>
          <pc:docMk/>
          <pc:sldMk cId="2580507092" sldId="260"/>
        </pc:sldMkLst>
      </pc:sldChg>
      <pc:sldChg chg="addSp delSp modSp add mod">
        <pc:chgData name="Anny Colin" userId="e307267926ccea94" providerId="LiveId" clId="{401A5045-C88D-4B21-B978-8E5BEB842976}" dt="2026-06-12T03:52:53.371" v="1183" actId="1076"/>
        <pc:sldMkLst>
          <pc:docMk/>
          <pc:sldMk cId="1735544786" sldId="261"/>
        </pc:sldMkLst>
        <pc:spChg chg="del mod">
          <ac:chgData name="Anny Colin" userId="e307267926ccea94" providerId="LiveId" clId="{401A5045-C88D-4B21-B978-8E5BEB842976}" dt="2026-06-11T05:46:30.023" v="258"/>
          <ac:spMkLst>
            <pc:docMk/>
            <pc:sldMk cId="1735544786" sldId="261"/>
            <ac:spMk id="2" creationId="{BA014941-5B89-87AF-70D8-B637726C47BD}"/>
          </ac:spMkLst>
        </pc:spChg>
        <pc:spChg chg="del">
          <ac:chgData name="Anny Colin" userId="e307267926ccea94" providerId="LiveId" clId="{401A5045-C88D-4B21-B978-8E5BEB842976}" dt="2026-06-11T05:46:19.012" v="255" actId="478"/>
          <ac:spMkLst>
            <pc:docMk/>
            <pc:sldMk cId="1735544786" sldId="261"/>
            <ac:spMk id="3" creationId="{D68E2A1E-FFAD-D439-C466-2FF88C3DAB71}"/>
          </ac:spMkLst>
        </pc:spChg>
        <pc:spChg chg="add mod">
          <ac:chgData name="Anny Colin" userId="e307267926ccea94" providerId="LiveId" clId="{401A5045-C88D-4B21-B978-8E5BEB842976}" dt="2026-06-12T03:52:53.371" v="1183" actId="1076"/>
          <ac:spMkLst>
            <pc:docMk/>
            <pc:sldMk cId="1735544786" sldId="261"/>
            <ac:spMk id="4" creationId="{63598B5E-608E-59F4-4F11-3D986FD997CD}"/>
          </ac:spMkLst>
        </pc:spChg>
      </pc:sldChg>
      <pc:sldChg chg="addSp delSp modSp add mod">
        <pc:chgData name="Anny Colin" userId="e307267926ccea94" providerId="LiveId" clId="{401A5045-C88D-4B21-B978-8E5BEB842976}" dt="2026-06-12T03:53:23.299" v="1189" actId="14100"/>
        <pc:sldMkLst>
          <pc:docMk/>
          <pc:sldMk cId="3793064368" sldId="262"/>
        </pc:sldMkLst>
        <pc:spChg chg="add del mod">
          <ac:chgData name="Anny Colin" userId="e307267926ccea94" providerId="LiveId" clId="{401A5045-C88D-4B21-B978-8E5BEB842976}" dt="2026-06-11T05:55:05.882" v="299"/>
          <ac:spMkLst>
            <pc:docMk/>
            <pc:sldMk cId="3793064368" sldId="262"/>
            <ac:spMk id="2" creationId="{5A04CF4B-ED0E-9453-91E5-BB75BE77B869}"/>
          </ac:spMkLst>
        </pc:spChg>
        <pc:spChg chg="mod">
          <ac:chgData name="Anny Colin" userId="e307267926ccea94" providerId="LiveId" clId="{401A5045-C88D-4B21-B978-8E5BEB842976}" dt="2026-06-11T06:42:27.931" v="416" actId="255"/>
          <ac:spMkLst>
            <pc:docMk/>
            <pc:sldMk cId="3793064368" sldId="262"/>
            <ac:spMk id="4" creationId="{80EBC5CB-2D28-F29F-E662-1CC9E24F1180}"/>
          </ac:spMkLst>
        </pc:spChg>
        <pc:graphicFrameChg chg="add mod">
          <ac:chgData name="Anny Colin" userId="e307267926ccea94" providerId="LiveId" clId="{401A5045-C88D-4B21-B978-8E5BEB842976}" dt="2026-06-11T05:55:01.466" v="297"/>
          <ac:graphicFrameMkLst>
            <pc:docMk/>
            <pc:sldMk cId="3793064368" sldId="262"/>
            <ac:graphicFrameMk id="3" creationId="{2FCEB95E-1E46-8B46-2949-454CA52F8B75}"/>
          </ac:graphicFrameMkLst>
        </pc:graphicFrameChg>
        <pc:graphicFrameChg chg="add del mod modGraphic">
          <ac:chgData name="Anny Colin" userId="e307267926ccea94" providerId="LiveId" clId="{401A5045-C88D-4B21-B978-8E5BEB842976}" dt="2026-06-11T05:58:10.017" v="304" actId="478"/>
          <ac:graphicFrameMkLst>
            <pc:docMk/>
            <pc:sldMk cId="3793064368" sldId="262"/>
            <ac:graphicFrameMk id="5" creationId="{1CD6A6BF-7703-F5EC-7329-701AA80B0BEB}"/>
          </ac:graphicFrameMkLst>
        </pc:graphicFrameChg>
        <pc:graphicFrameChg chg="add del mod modGraphic">
          <ac:chgData name="Anny Colin" userId="e307267926ccea94" providerId="LiveId" clId="{401A5045-C88D-4B21-B978-8E5BEB842976}" dt="2026-06-11T06:25:01.234" v="319" actId="478"/>
          <ac:graphicFrameMkLst>
            <pc:docMk/>
            <pc:sldMk cId="3793064368" sldId="262"/>
            <ac:graphicFrameMk id="6" creationId="{4B6DA714-20FC-126E-0893-DC8859D4EBC0}"/>
          </ac:graphicFrameMkLst>
        </pc:graphicFrameChg>
        <pc:graphicFrameChg chg="add mod modGraphic">
          <ac:chgData name="Anny Colin" userId="e307267926ccea94" providerId="LiveId" clId="{401A5045-C88D-4B21-B978-8E5BEB842976}" dt="2026-06-12T03:53:23.299" v="1189" actId="14100"/>
          <ac:graphicFrameMkLst>
            <pc:docMk/>
            <pc:sldMk cId="3793064368" sldId="262"/>
            <ac:graphicFrameMk id="7" creationId="{CF293037-716A-2F19-6F75-AFDBC2DCA49F}"/>
          </ac:graphicFrameMkLst>
        </pc:graphicFrameChg>
        <pc:graphicFrameChg chg="add mod">
          <ac:chgData name="Anny Colin" userId="e307267926ccea94" providerId="LiveId" clId="{401A5045-C88D-4B21-B978-8E5BEB842976}" dt="2026-06-11T06:36:18.201" v="332"/>
          <ac:graphicFrameMkLst>
            <pc:docMk/>
            <pc:sldMk cId="3793064368" sldId="262"/>
            <ac:graphicFrameMk id="8" creationId="{A017B3AD-FDCD-7AD4-6070-CF719D342AAD}"/>
          </ac:graphicFrameMkLst>
        </pc:graphicFrameChg>
        <pc:graphicFrameChg chg="add mod modGraphic">
          <ac:chgData name="Anny Colin" userId="e307267926ccea94" providerId="LiveId" clId="{401A5045-C88D-4B21-B978-8E5BEB842976}" dt="2026-06-12T03:53:15.258" v="1187" actId="1076"/>
          <ac:graphicFrameMkLst>
            <pc:docMk/>
            <pc:sldMk cId="3793064368" sldId="262"/>
            <ac:graphicFrameMk id="9" creationId="{FB6084F2-C5F9-85F7-1571-65ACC992B996}"/>
          </ac:graphicFrameMkLst>
        </pc:graphicFrameChg>
      </pc:sldChg>
      <pc:sldChg chg="addSp delSp modSp add del mod">
        <pc:chgData name="Anny Colin" userId="e307267926ccea94" providerId="LiveId" clId="{401A5045-C88D-4B21-B978-8E5BEB842976}" dt="2026-06-11T06:35:20.033" v="329" actId="2696"/>
        <pc:sldMkLst>
          <pc:docMk/>
          <pc:sldMk cId="769831357" sldId="263"/>
        </pc:sldMkLst>
        <pc:spChg chg="del mod">
          <ac:chgData name="Anny Colin" userId="e307267926ccea94" providerId="LiveId" clId="{401A5045-C88D-4B21-B978-8E5BEB842976}" dt="2026-06-11T06:25:20.702" v="324" actId="478"/>
          <ac:spMkLst>
            <pc:docMk/>
            <pc:sldMk cId="769831357" sldId="263"/>
            <ac:spMk id="4" creationId="{E441A0F9-A241-130C-3CBE-DE79911142FE}"/>
          </ac:spMkLst>
        </pc:spChg>
        <pc:spChg chg="add del">
          <ac:chgData name="Anny Colin" userId="e307267926ccea94" providerId="LiveId" clId="{401A5045-C88D-4B21-B978-8E5BEB842976}" dt="2026-06-11T06:32:46.023" v="328" actId="478"/>
          <ac:spMkLst>
            <pc:docMk/>
            <pc:sldMk cId="769831357" sldId="263"/>
            <ac:spMk id="6" creationId="{A4F3BD25-C066-A7B5-AE0D-4DDD3EDE4EA1}"/>
          </ac:spMkLst>
        </pc:spChg>
        <pc:picChg chg="add del mod">
          <ac:chgData name="Anny Colin" userId="e307267926ccea94" providerId="LiveId" clId="{401A5045-C88D-4B21-B978-8E5BEB842976}" dt="2026-06-11T06:32:25.342" v="326" actId="478"/>
          <ac:picMkLst>
            <pc:docMk/>
            <pc:sldMk cId="769831357" sldId="263"/>
            <ac:picMk id="3" creationId="{2E636913-FF43-FD8D-3705-A3510A38E42E}"/>
          </ac:picMkLst>
        </pc:picChg>
      </pc:sldChg>
      <pc:sldChg chg="addSp delSp modSp add del mod">
        <pc:chgData name="Anny Colin" userId="e307267926ccea94" providerId="LiveId" clId="{401A5045-C88D-4B21-B978-8E5BEB842976}" dt="2026-06-11T06:42:14.343" v="415" actId="2696"/>
        <pc:sldMkLst>
          <pc:docMk/>
          <pc:sldMk cId="1424337130" sldId="263"/>
        </pc:sldMkLst>
        <pc:spChg chg="mod">
          <ac:chgData name="Anny Colin" userId="e307267926ccea94" providerId="LiveId" clId="{401A5045-C88D-4B21-B978-8E5BEB842976}" dt="2026-06-11T06:37:33.240" v="359" actId="20577"/>
          <ac:spMkLst>
            <pc:docMk/>
            <pc:sldMk cId="1424337130" sldId="263"/>
            <ac:spMk id="4" creationId="{42E13981-6C59-3698-38F8-802F38B5CDDE}"/>
          </ac:spMkLst>
        </pc:spChg>
        <pc:graphicFrameChg chg="add mod modGraphic">
          <ac:chgData name="Anny Colin" userId="e307267926ccea94" providerId="LiveId" clId="{401A5045-C88D-4B21-B978-8E5BEB842976}" dt="2026-06-11T06:38:20.870" v="367" actId="14100"/>
          <ac:graphicFrameMkLst>
            <pc:docMk/>
            <pc:sldMk cId="1424337130" sldId="263"/>
            <ac:graphicFrameMk id="2" creationId="{C4E4B42A-C91F-8532-EF2A-FD856BA3443D}"/>
          </ac:graphicFrameMkLst>
        </pc:graphicFrameChg>
        <pc:graphicFrameChg chg="add mod modGraphic">
          <ac:chgData name="Anny Colin" userId="e307267926ccea94" providerId="LiveId" clId="{401A5045-C88D-4B21-B978-8E5BEB842976}" dt="2026-06-11T06:38:33.853" v="368" actId="14100"/>
          <ac:graphicFrameMkLst>
            <pc:docMk/>
            <pc:sldMk cId="1424337130" sldId="263"/>
            <ac:graphicFrameMk id="3" creationId="{4696B807-DB4A-B863-C104-F0E0291335C6}"/>
          </ac:graphicFrameMkLst>
        </pc:graphicFrameChg>
        <pc:graphicFrameChg chg="del">
          <ac:chgData name="Anny Colin" userId="e307267926ccea94" providerId="LiveId" clId="{401A5045-C88D-4B21-B978-8E5BEB842976}" dt="2026-06-11T06:36:55.738" v="338" actId="478"/>
          <ac:graphicFrameMkLst>
            <pc:docMk/>
            <pc:sldMk cId="1424337130" sldId="263"/>
            <ac:graphicFrameMk id="7" creationId="{36E92F08-98A3-E11D-E395-D4352059AA1C}"/>
          </ac:graphicFrameMkLst>
        </pc:graphicFrameChg>
        <pc:graphicFrameChg chg="del">
          <ac:chgData name="Anny Colin" userId="e307267926ccea94" providerId="LiveId" clId="{401A5045-C88D-4B21-B978-8E5BEB842976}" dt="2026-06-11T06:36:57.810" v="339" actId="478"/>
          <ac:graphicFrameMkLst>
            <pc:docMk/>
            <pc:sldMk cId="1424337130" sldId="263"/>
            <ac:graphicFrameMk id="9" creationId="{2BD904EF-7FB0-F08F-055E-ABE6DD5DDD09}"/>
          </ac:graphicFrameMkLst>
        </pc:graphicFrameChg>
      </pc:sldChg>
      <pc:sldChg chg="new del">
        <pc:chgData name="Anny Colin" userId="e307267926ccea94" providerId="LiveId" clId="{401A5045-C88D-4B21-B978-8E5BEB842976}" dt="2026-06-11T06:25:09.585" v="321" actId="680"/>
        <pc:sldMkLst>
          <pc:docMk/>
          <pc:sldMk cId="4062251824" sldId="263"/>
        </pc:sldMkLst>
      </pc:sldChg>
      <pc:sldChg chg="modSp add mod">
        <pc:chgData name="Anny Colin" userId="e307267926ccea94" providerId="LiveId" clId="{401A5045-C88D-4B21-B978-8E5BEB842976}" dt="2026-06-12T03:53:47.553" v="1193" actId="14100"/>
        <pc:sldMkLst>
          <pc:docMk/>
          <pc:sldMk cId="1123376966" sldId="264"/>
        </pc:sldMkLst>
        <pc:spChg chg="mod">
          <ac:chgData name="Anny Colin" userId="e307267926ccea94" providerId="LiveId" clId="{401A5045-C88D-4B21-B978-8E5BEB842976}" dt="2026-06-11T06:42:35.007" v="417" actId="255"/>
          <ac:spMkLst>
            <pc:docMk/>
            <pc:sldMk cId="1123376966" sldId="264"/>
            <ac:spMk id="4" creationId="{DD565B28-0AAD-BB9F-FE26-28476465A1B1}"/>
          </ac:spMkLst>
        </pc:spChg>
        <pc:graphicFrameChg chg="mod modGraphic">
          <ac:chgData name="Anny Colin" userId="e307267926ccea94" providerId="LiveId" clId="{401A5045-C88D-4B21-B978-8E5BEB842976}" dt="2026-06-12T03:53:28.904" v="1190" actId="14100"/>
          <ac:graphicFrameMkLst>
            <pc:docMk/>
            <pc:sldMk cId="1123376966" sldId="264"/>
            <ac:graphicFrameMk id="2" creationId="{BF60109E-5E75-84CB-2275-D01170979D1D}"/>
          </ac:graphicFrameMkLst>
        </pc:graphicFrameChg>
        <pc:graphicFrameChg chg="mod modGraphic">
          <ac:chgData name="Anny Colin" userId="e307267926ccea94" providerId="LiveId" clId="{401A5045-C88D-4B21-B978-8E5BEB842976}" dt="2026-06-12T03:53:47.553" v="1193" actId="14100"/>
          <ac:graphicFrameMkLst>
            <pc:docMk/>
            <pc:sldMk cId="1123376966" sldId="264"/>
            <ac:graphicFrameMk id="3" creationId="{7E6E8BED-1553-610D-B6DD-D6CC92D37621}"/>
          </ac:graphicFrameMkLst>
        </pc:graphicFrameChg>
      </pc:sldChg>
      <pc:sldChg chg="new del">
        <pc:chgData name="Anny Colin" userId="e307267926ccea94" providerId="LiveId" clId="{401A5045-C88D-4B21-B978-8E5BEB842976}" dt="2026-06-11T06:39:52.730" v="375" actId="680"/>
        <pc:sldMkLst>
          <pc:docMk/>
          <pc:sldMk cId="1547280450" sldId="265"/>
        </pc:sldMkLst>
      </pc:sldChg>
      <pc:sldChg chg="addSp delSp modSp add mod">
        <pc:chgData name="Anny Colin" userId="e307267926ccea94" providerId="LiveId" clId="{401A5045-C88D-4B21-B978-8E5BEB842976}" dt="2026-06-12T03:54:09.278" v="1196" actId="14100"/>
        <pc:sldMkLst>
          <pc:docMk/>
          <pc:sldMk cId="3400756602" sldId="265"/>
        </pc:sldMkLst>
        <pc:spChg chg="mod">
          <ac:chgData name="Anny Colin" userId="e307267926ccea94" providerId="LiveId" clId="{401A5045-C88D-4B21-B978-8E5BEB842976}" dt="2026-06-11T06:42:44.197" v="418" actId="255"/>
          <ac:spMkLst>
            <pc:docMk/>
            <pc:sldMk cId="3400756602" sldId="265"/>
            <ac:spMk id="4" creationId="{750566D7-D4A6-8D00-D77E-523504ABBAAE}"/>
          </ac:spMkLst>
        </pc:spChg>
        <pc:graphicFrameChg chg="del">
          <ac:chgData name="Anny Colin" userId="e307267926ccea94" providerId="LiveId" clId="{401A5045-C88D-4B21-B978-8E5BEB842976}" dt="2026-06-11T06:40:07.405" v="396" actId="478"/>
          <ac:graphicFrameMkLst>
            <pc:docMk/>
            <pc:sldMk cId="3400756602" sldId="265"/>
            <ac:graphicFrameMk id="2" creationId="{7AD78F75-10F4-41F9-400A-5BEFC2617EFA}"/>
          </ac:graphicFrameMkLst>
        </pc:graphicFrameChg>
        <pc:graphicFrameChg chg="del">
          <ac:chgData name="Anny Colin" userId="e307267926ccea94" providerId="LiveId" clId="{401A5045-C88D-4B21-B978-8E5BEB842976}" dt="2026-06-11T06:40:08.887" v="397" actId="478"/>
          <ac:graphicFrameMkLst>
            <pc:docMk/>
            <pc:sldMk cId="3400756602" sldId="265"/>
            <ac:graphicFrameMk id="3" creationId="{59FC704F-CA0D-A7E9-ED3B-9EB3FDB73C1A}"/>
          </ac:graphicFrameMkLst>
        </pc:graphicFrameChg>
        <pc:graphicFrameChg chg="add mod modGraphic">
          <ac:chgData name="Anny Colin" userId="e307267926ccea94" providerId="LiveId" clId="{401A5045-C88D-4B21-B978-8E5BEB842976}" dt="2026-06-12T03:53:54.932" v="1194" actId="14100"/>
          <ac:graphicFrameMkLst>
            <pc:docMk/>
            <pc:sldMk cId="3400756602" sldId="265"/>
            <ac:graphicFrameMk id="5" creationId="{629C0DE0-E11F-E224-BF9A-8D40CA8A7B50}"/>
          </ac:graphicFrameMkLst>
        </pc:graphicFrameChg>
        <pc:graphicFrameChg chg="add mod modGraphic">
          <ac:chgData name="Anny Colin" userId="e307267926ccea94" providerId="LiveId" clId="{401A5045-C88D-4B21-B978-8E5BEB842976}" dt="2026-06-12T03:54:09.278" v="1196" actId="14100"/>
          <ac:graphicFrameMkLst>
            <pc:docMk/>
            <pc:sldMk cId="3400756602" sldId="265"/>
            <ac:graphicFrameMk id="6" creationId="{5CDB0B0B-4CD2-6BA2-C877-D779FFC46D5C}"/>
          </ac:graphicFrameMkLst>
        </pc:graphicFrameChg>
        <pc:picChg chg="add del">
          <ac:chgData name="Anny Colin" userId="e307267926ccea94" providerId="LiveId" clId="{401A5045-C88D-4B21-B978-8E5BEB842976}" dt="2026-06-11T20:14:30.047" v="755" actId="22"/>
          <ac:picMkLst>
            <pc:docMk/>
            <pc:sldMk cId="3400756602" sldId="265"/>
            <ac:picMk id="3" creationId="{F75F0143-237E-6DC9-BD3F-CD9DF0774F51}"/>
          </ac:picMkLst>
        </pc:picChg>
      </pc:sldChg>
      <pc:sldChg chg="delSp modSp add mod">
        <pc:chgData name="Anny Colin" userId="e307267926ccea94" providerId="LiveId" clId="{401A5045-C88D-4B21-B978-8E5BEB842976}" dt="2026-06-11T17:44:58.562" v="729" actId="113"/>
        <pc:sldMkLst>
          <pc:docMk/>
          <pc:sldMk cId="2715920925" sldId="266"/>
        </pc:sldMkLst>
        <pc:spChg chg="mod">
          <ac:chgData name="Anny Colin" userId="e307267926ccea94" providerId="LiveId" clId="{401A5045-C88D-4B21-B978-8E5BEB842976}" dt="2026-06-11T17:44:58.562" v="729" actId="113"/>
          <ac:spMkLst>
            <pc:docMk/>
            <pc:sldMk cId="2715920925" sldId="266"/>
            <ac:spMk id="4" creationId="{411A33C6-CC6C-CEAE-808E-D1FAB6244236}"/>
          </ac:spMkLst>
        </pc:spChg>
        <pc:graphicFrameChg chg="del">
          <ac:chgData name="Anny Colin" userId="e307267926ccea94" providerId="LiveId" clId="{401A5045-C88D-4B21-B978-8E5BEB842976}" dt="2026-06-11T17:13:34.636" v="423" actId="478"/>
          <ac:graphicFrameMkLst>
            <pc:docMk/>
            <pc:sldMk cId="2715920925" sldId="266"/>
            <ac:graphicFrameMk id="5" creationId="{F0B5971B-E8C3-39FA-1E25-66E14AB52095}"/>
          </ac:graphicFrameMkLst>
        </pc:graphicFrameChg>
        <pc:graphicFrameChg chg="del">
          <ac:chgData name="Anny Colin" userId="e307267926ccea94" providerId="LiveId" clId="{401A5045-C88D-4B21-B978-8E5BEB842976}" dt="2026-06-11T17:13:36.017" v="424" actId="478"/>
          <ac:graphicFrameMkLst>
            <pc:docMk/>
            <pc:sldMk cId="2715920925" sldId="266"/>
            <ac:graphicFrameMk id="6" creationId="{8BBF91F2-9B82-124C-AAB4-62E9DFE3A93B}"/>
          </ac:graphicFrameMkLst>
        </pc:graphicFrameChg>
      </pc:sldChg>
      <pc:sldChg chg="addSp delSp modSp add mod ord">
        <pc:chgData name="Anny Colin" userId="e307267926ccea94" providerId="LiveId" clId="{401A5045-C88D-4B21-B978-8E5BEB842976}" dt="2026-06-12T03:55:02.187" v="1200" actId="1076"/>
        <pc:sldMkLst>
          <pc:docMk/>
          <pc:sldMk cId="3451505618" sldId="267"/>
        </pc:sldMkLst>
        <pc:spChg chg="add mod">
          <ac:chgData name="Anny Colin" userId="e307267926ccea94" providerId="LiveId" clId="{401A5045-C88D-4B21-B978-8E5BEB842976}" dt="2026-06-12T03:55:02.187" v="1200" actId="1076"/>
          <ac:spMkLst>
            <pc:docMk/>
            <pc:sldMk cId="3451505618" sldId="267"/>
            <ac:spMk id="3" creationId="{D8ED99DE-22D4-CA3C-247F-7546724A6572}"/>
          </ac:spMkLst>
        </pc:spChg>
        <pc:spChg chg="del">
          <ac:chgData name="Anny Colin" userId="e307267926ccea94" providerId="LiveId" clId="{401A5045-C88D-4B21-B978-8E5BEB842976}" dt="2026-06-11T17:14:17.924" v="459" actId="478"/>
          <ac:spMkLst>
            <pc:docMk/>
            <pc:sldMk cId="3451505618" sldId="267"/>
            <ac:spMk id="4" creationId="{2EFE12E8-2EF9-1249-B031-A46CE0BE3A1B}"/>
          </ac:spMkLst>
        </pc:spChg>
        <pc:picChg chg="add del mod">
          <ac:chgData name="Anny Colin" userId="e307267926ccea94" providerId="LiveId" clId="{401A5045-C88D-4B21-B978-8E5BEB842976}" dt="2026-06-11T22:24:37.737" v="915" actId="478"/>
          <ac:picMkLst>
            <pc:docMk/>
            <pc:sldMk cId="3451505618" sldId="267"/>
            <ac:picMk id="6" creationId="{27B9F8F5-56ED-F330-0FD9-F8FC195528D1}"/>
          </ac:picMkLst>
        </pc:picChg>
        <pc:picChg chg="add del mod">
          <ac:chgData name="Anny Colin" userId="e307267926ccea94" providerId="LiveId" clId="{401A5045-C88D-4B21-B978-8E5BEB842976}" dt="2026-06-12T03:29:54.202" v="1132" actId="478"/>
          <ac:picMkLst>
            <pc:docMk/>
            <pc:sldMk cId="3451505618" sldId="267"/>
            <ac:picMk id="8" creationId="{D0F452E3-2061-D57A-D7E5-BECE34674D95}"/>
          </ac:picMkLst>
        </pc:picChg>
        <pc:picChg chg="add mod">
          <ac:chgData name="Anny Colin" userId="e307267926ccea94" providerId="LiveId" clId="{401A5045-C88D-4B21-B978-8E5BEB842976}" dt="2026-06-12T03:54:56.338" v="1199" actId="1076"/>
          <ac:picMkLst>
            <pc:docMk/>
            <pc:sldMk cId="3451505618" sldId="267"/>
            <ac:picMk id="10" creationId="{D36C4E40-2954-00EC-C385-6192B4899DE0}"/>
          </ac:picMkLst>
        </pc:picChg>
      </pc:sldChg>
      <pc:sldChg chg="addSp modSp add mod">
        <pc:chgData name="Anny Colin" userId="e307267926ccea94" providerId="LiveId" clId="{401A5045-C88D-4B21-B978-8E5BEB842976}" dt="2026-06-12T03:55:18.546" v="1203" actId="1076"/>
        <pc:sldMkLst>
          <pc:docMk/>
          <pc:sldMk cId="1301284711" sldId="268"/>
        </pc:sldMkLst>
        <pc:spChg chg="add mod">
          <ac:chgData name="Anny Colin" userId="e307267926ccea94" providerId="LiveId" clId="{401A5045-C88D-4B21-B978-8E5BEB842976}" dt="2026-06-12T03:55:18.546" v="1203" actId="1076"/>
          <ac:spMkLst>
            <pc:docMk/>
            <pc:sldMk cId="1301284711" sldId="268"/>
            <ac:spMk id="3" creationId="{3206FEA7-91D3-1FFD-D158-7E79AA0F5C0A}"/>
          </ac:spMkLst>
        </pc:spChg>
      </pc:sldChg>
      <pc:sldChg chg="addSp delSp modSp add mod">
        <pc:chgData name="Anny Colin" userId="e307267926ccea94" providerId="LiveId" clId="{401A5045-C88D-4B21-B978-8E5BEB842976}" dt="2026-06-12T03:55:33.689" v="1204" actId="1076"/>
        <pc:sldMkLst>
          <pc:docMk/>
          <pc:sldMk cId="2694464327" sldId="269"/>
        </pc:sldMkLst>
        <pc:spChg chg="add mod">
          <ac:chgData name="Anny Colin" userId="e307267926ccea94" providerId="LiveId" clId="{401A5045-C88D-4B21-B978-8E5BEB842976}" dt="2026-06-11T17:34:51.459" v="599" actId="1076"/>
          <ac:spMkLst>
            <pc:docMk/>
            <pc:sldMk cId="2694464327" sldId="269"/>
            <ac:spMk id="2" creationId="{B70843AC-DBC2-F636-ECB9-B64E4B894845}"/>
          </ac:spMkLst>
        </pc:spChg>
        <pc:spChg chg="mod">
          <ac:chgData name="Anny Colin" userId="e307267926ccea94" providerId="LiveId" clId="{401A5045-C88D-4B21-B978-8E5BEB842976}" dt="2026-06-12T03:55:33.689" v="1204" actId="1076"/>
          <ac:spMkLst>
            <pc:docMk/>
            <pc:sldMk cId="2694464327" sldId="269"/>
            <ac:spMk id="3" creationId="{6F7F1BE9-1947-DDD6-8E06-C4702E223A6B}"/>
          </ac:spMkLst>
        </pc:spChg>
        <pc:spChg chg="add mod">
          <ac:chgData name="Anny Colin" userId="e307267926ccea94" providerId="LiveId" clId="{401A5045-C88D-4B21-B978-8E5BEB842976}" dt="2026-06-11T17:34:38.660" v="597" actId="1076"/>
          <ac:spMkLst>
            <pc:docMk/>
            <pc:sldMk cId="2694464327" sldId="269"/>
            <ac:spMk id="4" creationId="{5BED7A95-AB1C-9A20-D20B-D16958FBB8C7}"/>
          </ac:spMkLst>
        </pc:spChg>
        <pc:spChg chg="add mod">
          <ac:chgData name="Anny Colin" userId="e307267926ccea94" providerId="LiveId" clId="{401A5045-C88D-4B21-B978-8E5BEB842976}" dt="2026-06-11T17:37:43.624" v="658" actId="20577"/>
          <ac:spMkLst>
            <pc:docMk/>
            <pc:sldMk cId="2694464327" sldId="269"/>
            <ac:spMk id="5" creationId="{56125116-844B-96FD-325C-FA307CF6E16B}"/>
          </ac:spMkLst>
        </pc:spChg>
        <pc:spChg chg="add">
          <ac:chgData name="Anny Colin" userId="e307267926ccea94" providerId="LiveId" clId="{401A5045-C88D-4B21-B978-8E5BEB842976}" dt="2026-06-11T17:41:20.893" v="664"/>
          <ac:spMkLst>
            <pc:docMk/>
            <pc:sldMk cId="2694464327" sldId="269"/>
            <ac:spMk id="6" creationId="{F8DF6983-C159-9DEF-5CE6-262B5AF3CB15}"/>
          </ac:spMkLst>
        </pc:spChg>
        <pc:spChg chg="add mod">
          <ac:chgData name="Anny Colin" userId="e307267926ccea94" providerId="LiveId" clId="{401A5045-C88D-4B21-B978-8E5BEB842976}" dt="2026-06-11T17:41:24.385" v="666"/>
          <ac:spMkLst>
            <pc:docMk/>
            <pc:sldMk cId="2694464327" sldId="269"/>
            <ac:spMk id="7" creationId="{FE8F3E9F-A596-2127-7588-6CEA7B203C3F}"/>
          </ac:spMkLst>
        </pc:spChg>
        <pc:spChg chg="add mod">
          <ac:chgData name="Anny Colin" userId="e307267926ccea94" providerId="LiveId" clId="{401A5045-C88D-4B21-B978-8E5BEB842976}" dt="2026-06-11T17:43:47.364" v="728" actId="113"/>
          <ac:spMkLst>
            <pc:docMk/>
            <pc:sldMk cId="2694464327" sldId="269"/>
            <ac:spMk id="8" creationId="{35A1965F-AF71-7F27-6100-34EF560E1623}"/>
          </ac:spMkLst>
        </pc:spChg>
        <pc:spChg chg="add del mod">
          <ac:chgData name="Anny Colin" userId="e307267926ccea94" providerId="LiveId" clId="{401A5045-C88D-4B21-B978-8E5BEB842976}" dt="2026-06-12T03:38:06.282" v="1142"/>
          <ac:spMkLst>
            <pc:docMk/>
            <pc:sldMk cId="2694464327" sldId="269"/>
            <ac:spMk id="9" creationId="{C58B3067-2D41-C996-615A-7536816B8B32}"/>
          </ac:spMkLst>
        </pc:spChg>
      </pc:sldChg>
      <pc:sldChg chg="add del">
        <pc:chgData name="Anny Colin" userId="e307267926ccea94" providerId="LiveId" clId="{401A5045-C88D-4B21-B978-8E5BEB842976}" dt="2026-06-11T22:28:32.071" v="944" actId="2696"/>
        <pc:sldMkLst>
          <pc:docMk/>
          <pc:sldMk cId="2600415873" sldId="270"/>
        </pc:sldMkLst>
      </pc:sldChg>
      <pc:sldChg chg="addSp delSp modSp add del mod">
        <pc:chgData name="Anny Colin" userId="e307267926ccea94" providerId="LiveId" clId="{401A5045-C88D-4B21-B978-8E5BEB842976}" dt="2026-06-12T03:28:10.221" v="1109" actId="2696"/>
        <pc:sldMkLst>
          <pc:docMk/>
          <pc:sldMk cId="1056981564" sldId="271"/>
        </pc:sldMkLst>
        <pc:spChg chg="mod">
          <ac:chgData name="Anny Colin" userId="e307267926ccea94" providerId="LiveId" clId="{401A5045-C88D-4B21-B978-8E5BEB842976}" dt="2026-06-11T22:25:39.180" v="924" actId="20577"/>
          <ac:spMkLst>
            <pc:docMk/>
            <pc:sldMk cId="1056981564" sldId="271"/>
            <ac:spMk id="3" creationId="{54887D0D-6ED7-3F63-0A2F-606A080182A3}"/>
          </ac:spMkLst>
        </pc:spChg>
        <pc:picChg chg="add del mod">
          <ac:chgData name="Anny Colin" userId="e307267926ccea94" providerId="LiveId" clId="{401A5045-C88D-4B21-B978-8E5BEB842976}" dt="2026-06-11T22:26:40.478" v="940" actId="478"/>
          <ac:picMkLst>
            <pc:docMk/>
            <pc:sldMk cId="1056981564" sldId="271"/>
            <ac:picMk id="4" creationId="{CC563C65-6EF3-BB41-6A2F-75D7281889DC}"/>
          </ac:picMkLst>
        </pc:picChg>
        <pc:picChg chg="add mod">
          <ac:chgData name="Anny Colin" userId="e307267926ccea94" providerId="LiveId" clId="{401A5045-C88D-4B21-B978-8E5BEB842976}" dt="2026-06-11T22:27:15.188" v="943" actId="1076"/>
          <ac:picMkLst>
            <pc:docMk/>
            <pc:sldMk cId="1056981564" sldId="271"/>
            <ac:picMk id="6" creationId="{1F1DC603-F62B-989A-FA5D-64120EE1152D}"/>
          </ac:picMkLst>
        </pc:picChg>
      </pc:sldChg>
      <pc:sldChg chg="modSp add del mod">
        <pc:chgData name="Anny Colin" userId="e307267926ccea94" providerId="LiveId" clId="{401A5045-C88D-4B21-B978-8E5BEB842976}" dt="2026-06-12T03:28:25.796" v="1110" actId="2696"/>
        <pc:sldMkLst>
          <pc:docMk/>
          <pc:sldMk cId="3221559675" sldId="272"/>
        </pc:sldMkLst>
        <pc:spChg chg="mod">
          <ac:chgData name="Anny Colin" userId="e307267926ccea94" providerId="LiveId" clId="{401A5045-C88D-4B21-B978-8E5BEB842976}" dt="2026-06-12T00:17:41.548" v="1063" actId="20577"/>
          <ac:spMkLst>
            <pc:docMk/>
            <pc:sldMk cId="3221559675" sldId="272"/>
            <ac:spMk id="3" creationId="{9FC31A46-D741-5D6B-4ECA-23CBD2517CF5}"/>
          </ac:spMkLst>
        </pc:spChg>
      </pc:sldChg>
      <pc:sldChg chg="addSp delSp modSp add mod">
        <pc:chgData name="Anny Colin" userId="e307267926ccea94" providerId="LiveId" clId="{401A5045-C88D-4B21-B978-8E5BEB842976}" dt="2026-06-12T05:07:22.197" v="1228" actId="20577"/>
        <pc:sldMkLst>
          <pc:docMk/>
          <pc:sldMk cId="2505978830" sldId="273"/>
        </pc:sldMkLst>
        <pc:spChg chg="add del mod">
          <ac:chgData name="Anny Colin" userId="e307267926ccea94" providerId="LiveId" clId="{401A5045-C88D-4B21-B978-8E5BEB842976}" dt="2026-06-12T05:07:22.197" v="1228" actId="20577"/>
          <ac:spMkLst>
            <pc:docMk/>
            <pc:sldMk cId="2505978830" sldId="273"/>
            <ac:spMk id="3" creationId="{8548B280-66C6-FB32-E967-18A0FC7DF59B}"/>
          </ac:spMkLst>
        </pc:spChg>
        <pc:picChg chg="del">
          <ac:chgData name="Anny Colin" userId="e307267926ccea94" providerId="LiveId" clId="{401A5045-C88D-4B21-B978-8E5BEB842976}" dt="2026-06-12T00:10:29.057" v="1021" actId="478"/>
          <ac:picMkLst>
            <pc:docMk/>
            <pc:sldMk cId="2505978830" sldId="273"/>
            <ac:picMk id="4" creationId="{AFB8BC58-8576-D679-351F-4D13F39212EF}"/>
          </ac:picMkLst>
        </pc:picChg>
        <pc:picChg chg="add mod">
          <ac:chgData name="Anny Colin" userId="e307267926ccea94" providerId="LiveId" clId="{401A5045-C88D-4B21-B978-8E5BEB842976}" dt="2026-06-12T03:55:10.111" v="1202" actId="1076"/>
          <ac:picMkLst>
            <pc:docMk/>
            <pc:sldMk cId="2505978830" sldId="273"/>
            <ac:picMk id="5" creationId="{8CCC3D93-B23A-3A56-8BF1-098559663598}"/>
          </ac:picMkLst>
        </pc:picChg>
      </pc:sldChg>
      <pc:sldChg chg="addSp delSp modSp add del mod">
        <pc:chgData name="Anny Colin" userId="e307267926ccea94" providerId="LiveId" clId="{401A5045-C88D-4B21-B978-8E5BEB842976}" dt="2026-06-12T00:18:20.219" v="1072" actId="2696"/>
        <pc:sldMkLst>
          <pc:docMk/>
          <pc:sldMk cId="1751518766" sldId="274"/>
        </pc:sldMkLst>
        <pc:spChg chg="mod">
          <ac:chgData name="Anny Colin" userId="e307267926ccea94" providerId="LiveId" clId="{401A5045-C88D-4B21-B978-8E5BEB842976}" dt="2026-06-12T00:13:38.157" v="1045" actId="20577"/>
          <ac:spMkLst>
            <pc:docMk/>
            <pc:sldMk cId="1751518766" sldId="274"/>
            <ac:spMk id="3" creationId="{1C670883-BA53-3498-B4CF-6F8301B3EE1F}"/>
          </ac:spMkLst>
        </pc:spChg>
        <pc:picChg chg="add mod">
          <ac:chgData name="Anny Colin" userId="e307267926ccea94" providerId="LiveId" clId="{401A5045-C88D-4B21-B978-8E5BEB842976}" dt="2026-06-12T00:12:16.391" v="1043" actId="1076"/>
          <ac:picMkLst>
            <pc:docMk/>
            <pc:sldMk cId="1751518766" sldId="274"/>
            <ac:picMk id="4" creationId="{95434A27-9262-E120-6E99-6CAC8F9B5B9C}"/>
          </ac:picMkLst>
        </pc:picChg>
        <pc:picChg chg="del">
          <ac:chgData name="Anny Colin" userId="e307267926ccea94" providerId="LiveId" clId="{401A5045-C88D-4B21-B978-8E5BEB842976}" dt="2026-06-12T00:12:08.549" v="1040" actId="478"/>
          <ac:picMkLst>
            <pc:docMk/>
            <pc:sldMk cId="1751518766" sldId="274"/>
            <ac:picMk id="5" creationId="{93BE073C-F7F1-DF2D-994C-9D08DC4480BE}"/>
          </ac:picMkLst>
        </pc:picChg>
      </pc:sldChg>
      <pc:sldChg chg="addSp delSp modSp add del mod setBg">
        <pc:chgData name="Anny Colin" userId="e307267926ccea94" providerId="LiveId" clId="{401A5045-C88D-4B21-B978-8E5BEB842976}" dt="2026-06-12T00:12:02.573" v="1038" actId="2696"/>
        <pc:sldMkLst>
          <pc:docMk/>
          <pc:sldMk cId="2186856967" sldId="274"/>
        </pc:sldMkLst>
        <pc:spChg chg="mod">
          <ac:chgData name="Anny Colin" userId="e307267926ccea94" providerId="LiveId" clId="{401A5045-C88D-4B21-B978-8E5BEB842976}" dt="2026-06-12T00:11:45.992" v="1037" actId="26606"/>
          <ac:spMkLst>
            <pc:docMk/>
            <pc:sldMk cId="2186856967" sldId="274"/>
            <ac:spMk id="3" creationId="{80A97ED3-FD94-3341-9ACE-DF2BF0F0B686}"/>
          </ac:spMkLst>
        </pc:spChg>
        <pc:spChg chg="add del">
          <ac:chgData name="Anny Colin" userId="e307267926ccea94" providerId="LiveId" clId="{401A5045-C88D-4B21-B978-8E5BEB842976}" dt="2026-06-12T00:11:45.953" v="1036" actId="26606"/>
          <ac:spMkLst>
            <pc:docMk/>
            <pc:sldMk cId="2186856967" sldId="274"/>
            <ac:spMk id="11" creationId="{70BE0118-665B-49AC-8ED9-B29C009CED13}"/>
          </ac:spMkLst>
        </pc:spChg>
        <pc:spChg chg="add del">
          <ac:chgData name="Anny Colin" userId="e307267926ccea94" providerId="LiveId" clId="{401A5045-C88D-4B21-B978-8E5BEB842976}" dt="2026-06-12T00:11:45.953" v="1036" actId="26606"/>
          <ac:spMkLst>
            <pc:docMk/>
            <pc:sldMk cId="2186856967" sldId="274"/>
            <ac:spMk id="13" creationId="{DB8E4593-3024-4A7B-92FB-8114D72E5751}"/>
          </ac:spMkLst>
        </pc:spChg>
        <pc:spChg chg="add del">
          <ac:chgData name="Anny Colin" userId="e307267926ccea94" providerId="LiveId" clId="{401A5045-C88D-4B21-B978-8E5BEB842976}" dt="2026-06-12T00:11:45.953" v="1036" actId="26606"/>
          <ac:spMkLst>
            <pc:docMk/>
            <pc:sldMk cId="2186856967" sldId="274"/>
            <ac:spMk id="15" creationId="{F72029E6-113E-4A42-8D29-4B796B39B9C5}"/>
          </ac:spMkLst>
        </pc:spChg>
        <pc:spChg chg="add del">
          <ac:chgData name="Anny Colin" userId="e307267926ccea94" providerId="LiveId" clId="{401A5045-C88D-4B21-B978-8E5BEB842976}" dt="2026-06-12T00:11:45.953" v="1036" actId="26606"/>
          <ac:spMkLst>
            <pc:docMk/>
            <pc:sldMk cId="2186856967" sldId="274"/>
            <ac:spMk id="17" creationId="{FBAE6AE5-2B20-46E6-B338-A385BFF09F86}"/>
          </ac:spMkLst>
        </pc:spChg>
        <pc:spChg chg="add del">
          <ac:chgData name="Anny Colin" userId="e307267926ccea94" providerId="LiveId" clId="{401A5045-C88D-4B21-B978-8E5BEB842976}" dt="2026-06-12T00:11:45.953" v="1036" actId="26606"/>
          <ac:spMkLst>
            <pc:docMk/>
            <pc:sldMk cId="2186856967" sldId="274"/>
            <ac:spMk id="19" creationId="{4555B12C-E2CF-448D-918F-96D0958DC632}"/>
          </ac:spMkLst>
        </pc:spChg>
        <pc:spChg chg="add del">
          <ac:chgData name="Anny Colin" userId="e307267926ccea94" providerId="LiveId" clId="{401A5045-C88D-4B21-B978-8E5BEB842976}" dt="2026-06-12T00:11:45.953" v="1036" actId="26606"/>
          <ac:spMkLst>
            <pc:docMk/>
            <pc:sldMk cId="2186856967" sldId="274"/>
            <ac:spMk id="21" creationId="{9EB9FA3F-CAB0-4533-9364-224CEC6FF8BC}"/>
          </ac:spMkLst>
        </pc:spChg>
        <pc:spChg chg="add del">
          <ac:chgData name="Anny Colin" userId="e307267926ccea94" providerId="LiveId" clId="{401A5045-C88D-4B21-B978-8E5BEB842976}" dt="2026-06-12T00:11:45.953" v="1036" actId="26606"/>
          <ac:spMkLst>
            <pc:docMk/>
            <pc:sldMk cId="2186856967" sldId="274"/>
            <ac:spMk id="23" creationId="{42B0C1BF-5CB1-40DA-9A22-5452B546914B}"/>
          </ac:spMkLst>
        </pc:spChg>
        <pc:spChg chg="add">
          <ac:chgData name="Anny Colin" userId="e307267926ccea94" providerId="LiveId" clId="{401A5045-C88D-4B21-B978-8E5BEB842976}" dt="2026-06-12T00:11:45.992" v="1037" actId="26606"/>
          <ac:spMkLst>
            <pc:docMk/>
            <pc:sldMk cId="2186856967" sldId="274"/>
            <ac:spMk id="26" creationId="{D2B54B4E-3454-4B76-B85A-8512B77298D7}"/>
          </ac:spMkLst>
        </pc:spChg>
        <pc:spChg chg="add">
          <ac:chgData name="Anny Colin" userId="e307267926ccea94" providerId="LiveId" clId="{401A5045-C88D-4B21-B978-8E5BEB842976}" dt="2026-06-12T00:11:45.992" v="1037" actId="26606"/>
          <ac:spMkLst>
            <pc:docMk/>
            <pc:sldMk cId="2186856967" sldId="274"/>
            <ac:spMk id="27" creationId="{7EFFE965-5586-4889-A74D-3A6080D04B44}"/>
          </ac:spMkLst>
        </pc:spChg>
        <pc:spChg chg="add">
          <ac:chgData name="Anny Colin" userId="e307267926ccea94" providerId="LiveId" clId="{401A5045-C88D-4B21-B978-8E5BEB842976}" dt="2026-06-12T00:11:45.992" v="1037" actId="26606"/>
          <ac:spMkLst>
            <pc:docMk/>
            <pc:sldMk cId="2186856967" sldId="274"/>
            <ac:spMk id="28" creationId="{5BC4125D-18D9-4A65-82B6-C24FE9434FAF}"/>
          </ac:spMkLst>
        </pc:spChg>
        <pc:spChg chg="add">
          <ac:chgData name="Anny Colin" userId="e307267926ccea94" providerId="LiveId" clId="{401A5045-C88D-4B21-B978-8E5BEB842976}" dt="2026-06-12T00:11:45.992" v="1037" actId="26606"/>
          <ac:spMkLst>
            <pc:docMk/>
            <pc:sldMk cId="2186856967" sldId="274"/>
            <ac:spMk id="29" creationId="{A86DE327-0F45-4F54-BB6C-68A093CE55CC}"/>
          </ac:spMkLst>
        </pc:spChg>
        <pc:spChg chg="add">
          <ac:chgData name="Anny Colin" userId="e307267926ccea94" providerId="LiveId" clId="{401A5045-C88D-4B21-B978-8E5BEB842976}" dt="2026-06-12T00:11:45.992" v="1037" actId="26606"/>
          <ac:spMkLst>
            <pc:docMk/>
            <pc:sldMk cId="2186856967" sldId="274"/>
            <ac:spMk id="30" creationId="{795857C2-E6E7-405A-B5A3-4DE3B50A7BCF}"/>
          </ac:spMkLst>
        </pc:spChg>
        <pc:spChg chg="add">
          <ac:chgData name="Anny Colin" userId="e307267926ccea94" providerId="LiveId" clId="{401A5045-C88D-4B21-B978-8E5BEB842976}" dt="2026-06-12T00:11:45.992" v="1037" actId="26606"/>
          <ac:spMkLst>
            <pc:docMk/>
            <pc:sldMk cId="2186856967" sldId="274"/>
            <ac:spMk id="31" creationId="{07280DB5-560C-4CF6-A5D0-61550AAA6E59}"/>
          </ac:spMkLst>
        </pc:spChg>
        <pc:picChg chg="add mod">
          <ac:chgData name="Anny Colin" userId="e307267926ccea94" providerId="LiveId" clId="{401A5045-C88D-4B21-B978-8E5BEB842976}" dt="2026-06-12T00:11:45.992" v="1037" actId="26606"/>
          <ac:picMkLst>
            <pc:docMk/>
            <pc:sldMk cId="2186856967" sldId="274"/>
            <ac:picMk id="4" creationId="{A6063083-6BF0-34E8-116B-416EE256A91E}"/>
          </ac:picMkLst>
        </pc:picChg>
        <pc:picChg chg="del">
          <ac:chgData name="Anny Colin" userId="e307267926ccea94" providerId="LiveId" clId="{401A5045-C88D-4B21-B978-8E5BEB842976}" dt="2026-06-12T00:11:16.608" v="1031" actId="478"/>
          <ac:picMkLst>
            <pc:docMk/>
            <pc:sldMk cId="2186856967" sldId="274"/>
            <ac:picMk id="5" creationId="{CF1CFCB0-542B-A359-40E1-FA617AC2DEB4}"/>
          </ac:picMkLst>
        </pc:picChg>
        <pc:picChg chg="add del">
          <ac:chgData name="Anny Colin" userId="e307267926ccea94" providerId="LiveId" clId="{401A5045-C88D-4B21-B978-8E5BEB842976}" dt="2026-06-12T00:11:45.953" v="1036" actId="26606"/>
          <ac:picMkLst>
            <pc:docMk/>
            <pc:sldMk cId="2186856967" sldId="274"/>
            <ac:picMk id="9" creationId="{576E8DBD-6DBD-4FCB-8FE8-8F0425C0B67E}"/>
          </ac:picMkLst>
        </pc:picChg>
        <pc:picChg chg="add">
          <ac:chgData name="Anny Colin" userId="e307267926ccea94" providerId="LiveId" clId="{401A5045-C88D-4B21-B978-8E5BEB842976}" dt="2026-06-12T00:11:45.992" v="1037" actId="26606"/>
          <ac:picMkLst>
            <pc:docMk/>
            <pc:sldMk cId="2186856967" sldId="274"/>
            <ac:picMk id="25" creationId="{4C886762-16F0-4868-B83A-26174621418A}"/>
          </ac:picMkLst>
        </pc:picChg>
      </pc:sldChg>
      <pc:sldChg chg="new del">
        <pc:chgData name="Anny Colin" userId="e307267926ccea94" providerId="LiveId" clId="{401A5045-C88D-4B21-B978-8E5BEB842976}" dt="2026-06-12T00:11:08.653" v="1029" actId="2696"/>
        <pc:sldMkLst>
          <pc:docMk/>
          <pc:sldMk cId="2456502063" sldId="274"/>
        </pc:sldMkLst>
      </pc:sldChg>
      <pc:sldChg chg="addSp delSp modSp add mod">
        <pc:chgData name="Anny Colin" userId="e307267926ccea94" providerId="LiveId" clId="{401A5045-C88D-4B21-B978-8E5BEB842976}" dt="2026-06-12T03:54:31.697" v="1198" actId="1076"/>
        <pc:sldMkLst>
          <pc:docMk/>
          <pc:sldMk cId="3194137795" sldId="274"/>
        </pc:sldMkLst>
        <pc:spChg chg="mod">
          <ac:chgData name="Anny Colin" userId="e307267926ccea94" providerId="LiveId" clId="{401A5045-C88D-4B21-B978-8E5BEB842976}" dt="2026-06-12T03:46:46.917" v="1168" actId="20577"/>
          <ac:spMkLst>
            <pc:docMk/>
            <pc:sldMk cId="3194137795" sldId="274"/>
            <ac:spMk id="4" creationId="{89BDBA39-752F-0FDC-9FA6-B4A2BB25A953}"/>
          </ac:spMkLst>
        </pc:spChg>
        <pc:graphicFrameChg chg="add mod modGraphic">
          <ac:chgData name="Anny Colin" userId="e307267926ccea94" providerId="LiveId" clId="{401A5045-C88D-4B21-B978-8E5BEB842976}" dt="2026-06-12T03:54:23.266" v="1197" actId="1076"/>
          <ac:graphicFrameMkLst>
            <pc:docMk/>
            <pc:sldMk cId="3194137795" sldId="274"/>
            <ac:graphicFrameMk id="2" creationId="{1BDDC1AE-5194-E782-D250-8378CE375B61}"/>
          </ac:graphicFrameMkLst>
        </pc:graphicFrameChg>
        <pc:graphicFrameChg chg="add mod modGraphic">
          <ac:chgData name="Anny Colin" userId="e307267926ccea94" providerId="LiveId" clId="{401A5045-C88D-4B21-B978-8E5BEB842976}" dt="2026-06-12T03:54:31.697" v="1198" actId="1076"/>
          <ac:graphicFrameMkLst>
            <pc:docMk/>
            <pc:sldMk cId="3194137795" sldId="274"/>
            <ac:graphicFrameMk id="3" creationId="{FA439268-7EC9-AE75-38A7-05B16CE4DBC1}"/>
          </ac:graphicFrameMkLst>
        </pc:graphicFrameChg>
        <pc:graphicFrameChg chg="del modGraphic">
          <ac:chgData name="Anny Colin" userId="e307267926ccea94" providerId="LiveId" clId="{401A5045-C88D-4B21-B978-8E5BEB842976}" dt="2026-06-12T03:46:53.517" v="1170" actId="478"/>
          <ac:graphicFrameMkLst>
            <pc:docMk/>
            <pc:sldMk cId="3194137795" sldId="274"/>
            <ac:graphicFrameMk id="5" creationId="{C8CE5278-0F19-FFAE-0099-C1E26158AEDA}"/>
          </ac:graphicFrameMkLst>
        </pc:graphicFrameChg>
        <pc:graphicFrameChg chg="del">
          <ac:chgData name="Anny Colin" userId="e307267926ccea94" providerId="LiveId" clId="{401A5045-C88D-4B21-B978-8E5BEB842976}" dt="2026-06-12T03:46:55.022" v="1171" actId="478"/>
          <ac:graphicFrameMkLst>
            <pc:docMk/>
            <pc:sldMk cId="3194137795" sldId="274"/>
            <ac:graphicFrameMk id="6" creationId="{2EB91322-A4EF-8680-8C6E-B42207E17359}"/>
          </ac:graphicFrameMkLst>
        </pc:graphicFrameChg>
      </pc:sldChg>
      <pc:sldChg chg="addSp delSp modSp add mod">
        <pc:chgData name="Anny Colin" userId="e307267926ccea94" providerId="LiveId" clId="{401A5045-C88D-4B21-B978-8E5BEB842976}" dt="2026-06-12T05:14:05.173" v="1269" actId="1076"/>
        <pc:sldMkLst>
          <pc:docMk/>
          <pc:sldMk cId="3528197765" sldId="275"/>
        </pc:sldMkLst>
        <pc:spChg chg="mod">
          <ac:chgData name="Anny Colin" userId="e307267926ccea94" providerId="LiveId" clId="{401A5045-C88D-4B21-B978-8E5BEB842976}" dt="2026-06-12T05:07:28.775" v="1231" actId="20577"/>
          <ac:spMkLst>
            <pc:docMk/>
            <pc:sldMk cId="3528197765" sldId="275"/>
            <ac:spMk id="3" creationId="{04C924A0-BA81-1AD9-22F5-67A4C28B461E}"/>
          </ac:spMkLst>
        </pc:spChg>
        <pc:picChg chg="add del mod">
          <ac:chgData name="Anny Colin" userId="e307267926ccea94" providerId="LiveId" clId="{401A5045-C88D-4B21-B978-8E5BEB842976}" dt="2026-06-12T05:11:12.201" v="1261" actId="478"/>
          <ac:picMkLst>
            <pc:docMk/>
            <pc:sldMk cId="3528197765" sldId="275"/>
            <ac:picMk id="4" creationId="{5A841347-908A-BA95-BCC3-18F1533F3DFE}"/>
          </ac:picMkLst>
        </pc:picChg>
        <pc:picChg chg="del">
          <ac:chgData name="Anny Colin" userId="e307267926ccea94" providerId="LiveId" clId="{401A5045-C88D-4B21-B978-8E5BEB842976}" dt="2026-06-12T05:06:12.164" v="1213" actId="478"/>
          <ac:picMkLst>
            <pc:docMk/>
            <pc:sldMk cId="3528197765" sldId="275"/>
            <ac:picMk id="5" creationId="{20D000BE-91FF-4942-28A7-7619B08907C1}"/>
          </ac:picMkLst>
        </pc:picChg>
        <pc:picChg chg="add mod">
          <ac:chgData name="Anny Colin" userId="e307267926ccea94" providerId="LiveId" clId="{401A5045-C88D-4B21-B978-8E5BEB842976}" dt="2026-06-12T05:14:05.173" v="1269" actId="1076"/>
          <ac:picMkLst>
            <pc:docMk/>
            <pc:sldMk cId="3528197765" sldId="275"/>
            <ac:picMk id="7" creationId="{2F867D9E-1133-71C5-6A94-4B8AB0784443}"/>
          </ac:picMkLst>
        </pc:picChg>
      </pc:sldChg>
      <pc:sldChg chg="new del">
        <pc:chgData name="Anny Colin" userId="e307267926ccea94" providerId="LiveId" clId="{401A5045-C88D-4B21-B978-8E5BEB842976}" dt="2026-06-12T05:06:42.165" v="1218" actId="680"/>
        <pc:sldMkLst>
          <pc:docMk/>
          <pc:sldMk cId="1227282699" sldId="276"/>
        </pc:sldMkLst>
      </pc:sldChg>
      <pc:sldChg chg="addSp delSp modSp add mod">
        <pc:chgData name="Anny Colin" userId="e307267926ccea94" providerId="LiveId" clId="{401A5045-C88D-4B21-B978-8E5BEB842976}" dt="2026-06-12T05:41:50.608" v="1289" actId="14100"/>
        <pc:sldMkLst>
          <pc:docMk/>
          <pc:sldMk cId="1333675603" sldId="276"/>
        </pc:sldMkLst>
        <pc:spChg chg="mod">
          <ac:chgData name="Anny Colin" userId="e307267926ccea94" providerId="LiveId" clId="{401A5045-C88D-4B21-B978-8E5BEB842976}" dt="2026-06-12T05:24:43.515" v="1284" actId="20577"/>
          <ac:spMkLst>
            <pc:docMk/>
            <pc:sldMk cId="1333675603" sldId="276"/>
            <ac:spMk id="3" creationId="{5306E08E-9210-319E-B1FA-F640279C422A}"/>
          </ac:spMkLst>
        </pc:spChg>
        <pc:picChg chg="add del mod">
          <ac:chgData name="Anny Colin" userId="e307267926ccea94" providerId="LiveId" clId="{401A5045-C88D-4B21-B978-8E5BEB842976}" dt="2026-06-12T05:41:14.292" v="1286" actId="478"/>
          <ac:picMkLst>
            <pc:docMk/>
            <pc:sldMk cId="1333675603" sldId="276"/>
            <ac:picMk id="4" creationId="{2B76F8FA-4CD6-F2D4-2950-4F2A4FC95079}"/>
          </ac:picMkLst>
        </pc:picChg>
        <pc:picChg chg="del">
          <ac:chgData name="Anny Colin" userId="e307267926ccea94" providerId="LiveId" clId="{401A5045-C88D-4B21-B978-8E5BEB842976}" dt="2026-06-12T05:07:45.967" v="1235" actId="478"/>
          <ac:picMkLst>
            <pc:docMk/>
            <pc:sldMk cId="1333675603" sldId="276"/>
            <ac:picMk id="4" creationId="{F371D37E-6496-88E9-9374-5D8232E2F7EE}"/>
          </ac:picMkLst>
        </pc:picChg>
        <pc:picChg chg="add mod">
          <ac:chgData name="Anny Colin" userId="e307267926ccea94" providerId="LiveId" clId="{401A5045-C88D-4B21-B978-8E5BEB842976}" dt="2026-06-12T05:41:50.608" v="1289" actId="14100"/>
          <ac:picMkLst>
            <pc:docMk/>
            <pc:sldMk cId="1333675603" sldId="276"/>
            <ac:picMk id="5" creationId="{6B093269-0210-AA7B-BE01-011BC7F4D63E}"/>
          </ac:picMkLst>
        </pc:picChg>
        <pc:picChg chg="add del mod">
          <ac:chgData name="Anny Colin" userId="e307267926ccea94" providerId="LiveId" clId="{401A5045-C88D-4B21-B978-8E5BEB842976}" dt="2026-06-12T05:11:14.787" v="1262" actId="478"/>
          <ac:picMkLst>
            <pc:docMk/>
            <pc:sldMk cId="1333675603" sldId="276"/>
            <ac:picMk id="5" creationId="{B59772CD-CBF7-416B-495D-E1444D6A1363}"/>
          </ac:picMkLst>
        </pc:picChg>
        <pc:picChg chg="add del mod">
          <ac:chgData name="Anny Colin" userId="e307267926ccea94" providerId="LiveId" clId="{401A5045-C88D-4B21-B978-8E5BEB842976}" dt="2026-06-12T05:22:34.639" v="1271" actId="478"/>
          <ac:picMkLst>
            <pc:docMk/>
            <pc:sldMk cId="1333675603" sldId="276"/>
            <ac:picMk id="7" creationId="{19CF78C9-619C-E69B-EBD3-B2B8716CF020}"/>
          </ac:picMkLst>
        </pc:picChg>
      </pc:sldChg>
      <pc:sldChg chg="new del">
        <pc:chgData name="Anny Colin" userId="e307267926ccea94" providerId="LiveId" clId="{401A5045-C88D-4B21-B978-8E5BEB842976}" dt="2026-06-12T05:06:48.280" v="1220" actId="680"/>
        <pc:sldMkLst>
          <pc:docMk/>
          <pc:sldMk cId="1640012202" sldId="276"/>
        </pc:sldMkLst>
      </pc:sldChg>
      <pc:sldMasterChg chg="add del addSldLayout delSldLayout modSldLayout">
        <pc:chgData name="Anny Colin" userId="e307267926ccea94" providerId="LiveId" clId="{401A5045-C88D-4B21-B978-8E5BEB842976}" dt="2026-06-11T05:02:58.738" v="8" actId="26606"/>
        <pc:sldMasterMkLst>
          <pc:docMk/>
          <pc:sldMasterMk cId="1412612626" sldId="2147483648"/>
        </pc:sldMasterMkLst>
        <pc:sldLayoutChg chg="add del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4263454460" sldId="2147483649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1868613" sldId="2147483909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3450309951" sldId="2147483910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1310774810" sldId="2147483911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2039487173" sldId="2147483912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492527195" sldId="2147483913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1860720054" sldId="2147483914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2325408761" sldId="2147483915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1036337012" sldId="2147483916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524363621" sldId="2147483917"/>
          </pc:sldLayoutMkLst>
        </pc:sldLayoutChg>
        <pc:sldLayoutChg chg="add del replId">
          <pc:chgData name="Anny Colin" userId="e307267926ccea94" providerId="LiveId" clId="{401A5045-C88D-4B21-B978-8E5BEB842976}" dt="2026-06-11T05:02:58.738" v="8" actId="26606"/>
          <pc:sldLayoutMkLst>
            <pc:docMk/>
            <pc:sldMasterMk cId="1412612626" sldId="2147483648"/>
            <pc:sldLayoutMk cId="3666295664" sldId="2147483918"/>
          </pc:sldLayoutMkLst>
        </pc:sldLayoutChg>
      </pc:sldMasterChg>
      <pc:sldMasterChg chg="add del addSldLayout delSldLayout">
        <pc:chgData name="Anny Colin" userId="e307267926ccea94" providerId="LiveId" clId="{401A5045-C88D-4B21-B978-8E5BEB842976}" dt="2026-06-11T05:02:53.151" v="3" actId="26606"/>
        <pc:sldMasterMkLst>
          <pc:docMk/>
          <pc:sldMasterMk cId="3794429049" sldId="2147483805"/>
        </pc:sldMasterMkLst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044990813" sldId="2147483753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82402432" sldId="2147483754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4113825880" sldId="2147483755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911459739" sldId="2147483756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189198097" sldId="2147483757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4293007690" sldId="2147483758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4085230079" sldId="2147483759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854700108" sldId="2147483760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97850624" sldId="2147483761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180169754" sldId="2147483762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294050712" sldId="2147483763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063501449" sldId="2147483764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583877519" sldId="2147483765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731449424" sldId="2147483766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383076289" sldId="2147483767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687603945" sldId="2147483768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558284637" sldId="2147483769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869822011" sldId="2147483770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480223592" sldId="2147483771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664438021" sldId="2147483772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802455377" sldId="2147483773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606404261" sldId="2147483774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818555895" sldId="2147483775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275961020" sldId="2147483776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883093704" sldId="2147483777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63988204" sldId="2147483778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906430179" sldId="2147483779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618889423" sldId="2147483780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4077123181" sldId="2147483781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704184950" sldId="2147483782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384051263" sldId="2147483783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929753579" sldId="2147483784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280163638" sldId="2147483785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415144565" sldId="2147483786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262505948" sldId="2147483787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808495951" sldId="2147483788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373023295" sldId="2147483789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957764932" sldId="2147483790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221909912" sldId="2147483791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271740505" sldId="2147483792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769981703" sldId="2147483793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813323589" sldId="2147483794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328062870" sldId="2147483795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10456221" sldId="2147483796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361228204" sldId="2147483797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506933722" sldId="2147483798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2819202238" sldId="2147483799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309131899" sldId="2147483800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518424322" sldId="2147483801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3609870383" sldId="2147483802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487331833" sldId="2147483803"/>
          </pc:sldLayoutMkLst>
        </pc:sldLayoutChg>
        <pc:sldLayoutChg chg="add del">
          <pc:chgData name="Anny Colin" userId="e307267926ccea94" providerId="LiveId" clId="{401A5045-C88D-4B21-B978-8E5BEB842976}" dt="2026-06-11T05:02:53.151" v="3" actId="26606"/>
          <pc:sldLayoutMkLst>
            <pc:docMk/>
            <pc:sldMasterMk cId="3794429049" sldId="2147483805"/>
            <pc:sldLayoutMk cId="921784887" sldId="2147483804"/>
          </pc:sldLayoutMkLst>
        </pc:sldLayoutChg>
      </pc:sldMasterChg>
      <pc:sldMasterChg chg="add del addSldLayout delSldLayout">
        <pc:chgData name="Anny Colin" userId="e307267926ccea94" providerId="LiveId" clId="{401A5045-C88D-4B21-B978-8E5BEB842976}" dt="2026-06-11T05:02:58.628" v="6" actId="26606"/>
        <pc:sldMasterMkLst>
          <pc:docMk/>
          <pc:sldMasterMk cId="3337565944" sldId="2147483858"/>
        </pc:sldMasterMkLst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812739553" sldId="2147483807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476169182" sldId="2147483808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149915307" sldId="2147483809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105412106" sldId="2147483810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562763797" sldId="2147483811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65968692" sldId="2147483812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087499666" sldId="2147483813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774511742" sldId="2147483814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059819603" sldId="2147483815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669522283" sldId="2147483816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131203271" sldId="2147483817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204572166" sldId="2147483818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398072765" sldId="2147483819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862550816" sldId="2147483820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777302613" sldId="2147483821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328649944" sldId="2147483822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238081073" sldId="2147483823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4267015946" sldId="2147483824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974895563" sldId="2147483825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674647093" sldId="2147483826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006505599" sldId="2147483827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526648574" sldId="2147483828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172397915" sldId="2147483829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174337677" sldId="2147483830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422240361" sldId="2147483831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634421776" sldId="2147483832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66736820" sldId="2147483833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994672931" sldId="2147483834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025745853" sldId="2147483835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260268038" sldId="2147483836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504017643" sldId="2147483837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452181830" sldId="2147483838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222273344" sldId="2147483839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433858078" sldId="2147483840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975094096" sldId="2147483841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457890908" sldId="2147483842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1140205444" sldId="2147483843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4104307946" sldId="2147483844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417891518" sldId="2147483845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4145931268" sldId="2147483846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3237015077" sldId="2147483847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857977818" sldId="2147483848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805393315" sldId="2147483849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069538874" sldId="2147483850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672514034" sldId="2147483851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929568372" sldId="2147483852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4251830062" sldId="2147483853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198185315" sldId="2147483854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411983131" sldId="2147483855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788567369" sldId="2147483856"/>
          </pc:sldLayoutMkLst>
        </pc:sldLayoutChg>
        <pc:sldLayoutChg chg="add del">
          <pc:chgData name="Anny Colin" userId="e307267926ccea94" providerId="LiveId" clId="{401A5045-C88D-4B21-B978-8E5BEB842976}" dt="2026-06-11T05:02:58.628" v="6" actId="26606"/>
          <pc:sldLayoutMkLst>
            <pc:docMk/>
            <pc:sldMasterMk cId="3337565944" sldId="2147483858"/>
            <pc:sldLayoutMk cId="2641747559" sldId="2147483857"/>
          </pc:sldLayoutMkLst>
        </pc:sldLayoutChg>
      </pc:sldMasterChg>
      <pc:sldMasterChg chg="add addSldLayout">
        <pc:chgData name="Anny Colin" userId="e307267926ccea94" providerId="LiveId" clId="{401A5045-C88D-4B21-B978-8E5BEB842976}" dt="2026-06-11T05:02:58.738" v="8" actId="26606"/>
        <pc:sldMasterMkLst>
          <pc:docMk/>
          <pc:sldMasterMk cId="2628924438" sldId="2147483908"/>
        </pc:sldMasterMkLst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041208723" sldId="2147483860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1027874090" sldId="2147483861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849551759" sldId="2147483862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406493533" sldId="2147483863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1707787392" sldId="2147483864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422471881" sldId="2147483865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618627023" sldId="2147483866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4220623352" sldId="2147483867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496988387" sldId="2147483868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6812464" sldId="2147483869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201338816" sldId="2147483870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741399657" sldId="2147483871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264198285" sldId="2147483872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164881051" sldId="2147483873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4021601144" sldId="2147483874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993785610" sldId="2147483875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242442347" sldId="2147483876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437725684" sldId="2147483877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436472983" sldId="2147483878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1776029630" sldId="2147483879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567227375" sldId="2147483880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007006179" sldId="2147483881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293833714" sldId="2147483882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014193660" sldId="2147483883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537747700" sldId="2147483884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674585976" sldId="2147483885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631033365" sldId="2147483886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662529292" sldId="2147483887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582983496" sldId="2147483888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1192911195" sldId="2147483889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1688750141" sldId="2147483890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4240718098" sldId="2147483891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86324145" sldId="2147483892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694264407" sldId="2147483893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371210225" sldId="2147483894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755710724" sldId="2147483895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722571250" sldId="2147483896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948550268" sldId="2147483897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680121018" sldId="2147483898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517480251" sldId="2147483899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223024053" sldId="2147483900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1428632207" sldId="2147483901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446719189" sldId="2147483902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3942130800" sldId="2147483903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4221211709" sldId="2147483904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1835183985" sldId="2147483905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1671897754" sldId="2147483906"/>
          </pc:sldLayoutMkLst>
        </pc:sldLayoutChg>
        <pc:sldLayoutChg chg="add">
          <pc:chgData name="Anny Colin" userId="e307267926ccea94" providerId="LiveId" clId="{401A5045-C88D-4B21-B978-8E5BEB842976}" dt="2026-06-11T05:02:58.738" v="8" actId="26606"/>
          <pc:sldLayoutMkLst>
            <pc:docMk/>
            <pc:sldMasterMk cId="2628924438" sldId="2147483908"/>
            <pc:sldLayoutMk cId="4235239693" sldId="2147483907"/>
          </pc:sldLayoutMkLst>
        </pc:sldLayoutChg>
      </pc:sldMasterChg>
      <pc:sldMasterChg chg="modSldLayout">
        <pc:chgData name="Anny Colin" userId="e307267926ccea94" providerId="LiveId" clId="{401A5045-C88D-4B21-B978-8E5BEB842976}" dt="2026-06-11T05:03:38.391" v="9"/>
        <pc:sldMasterMkLst>
          <pc:docMk/>
          <pc:sldMasterMk cId="4272434495" sldId="2147483909"/>
        </pc:sldMasterMkLst>
        <pc:sldLayoutChg chg="delSp">
          <pc:chgData name="Anny Colin" userId="e307267926ccea94" providerId="LiveId" clId="{401A5045-C88D-4B21-B978-8E5BEB842976}" dt="2026-06-11T05:03:38.391" v="9"/>
          <pc:sldLayoutMkLst>
            <pc:docMk/>
            <pc:sldMasterMk cId="4272434495" sldId="2147483909"/>
            <pc:sldLayoutMk cId="187906994" sldId="2147483921"/>
          </pc:sldLayoutMkLst>
          <pc:spChg chg="del">
            <ac:chgData name="Anny Colin" userId="e307267926ccea94" providerId="LiveId" clId="{401A5045-C88D-4B21-B978-8E5BEB842976}" dt="2026-06-11T05:03:38.391" v="9"/>
            <ac:spMkLst>
              <pc:docMk/>
              <pc:sldMasterMk cId="4272434495" sldId="2147483909"/>
              <pc:sldLayoutMk cId="187906994" sldId="2147483921"/>
              <ac:spMk id="7" creationId="{7595EAD1-9200-DDD9-8F6D-AD5C90E1D940}"/>
            </ac:spMkLst>
          </pc:spChg>
          <pc:spChg chg="del">
            <ac:chgData name="Anny Colin" userId="e307267926ccea94" providerId="LiveId" clId="{401A5045-C88D-4B21-B978-8E5BEB842976}" dt="2026-06-11T05:03:38.391" v="9"/>
            <ac:spMkLst>
              <pc:docMk/>
              <pc:sldMasterMk cId="4272434495" sldId="2147483909"/>
              <pc:sldLayoutMk cId="187906994" sldId="2147483921"/>
              <ac:spMk id="12" creationId="{AFA13483-A24C-97DB-1FAB-B1EE383D6793}"/>
            </ac:spMkLst>
          </pc:spChg>
          <pc:spChg chg="del">
            <ac:chgData name="Anny Colin" userId="e307267926ccea94" providerId="LiveId" clId="{401A5045-C88D-4B21-B978-8E5BEB842976}" dt="2026-06-11T05:03:38.391" v="9"/>
            <ac:spMkLst>
              <pc:docMk/>
              <pc:sldMasterMk cId="4272434495" sldId="2147483909"/>
              <pc:sldLayoutMk cId="187906994" sldId="2147483921"/>
              <ac:spMk id="13" creationId="{30CBF15A-228E-7325-6D7D-982EA5375DC4}"/>
            </ac:spMkLst>
          </pc:spChg>
          <pc:spChg chg="del">
            <ac:chgData name="Anny Colin" userId="e307267926ccea94" providerId="LiveId" clId="{401A5045-C88D-4B21-B978-8E5BEB842976}" dt="2026-06-11T05:03:38.391" v="9"/>
            <ac:spMkLst>
              <pc:docMk/>
              <pc:sldMasterMk cId="4272434495" sldId="2147483909"/>
              <pc:sldLayoutMk cId="187906994" sldId="2147483921"/>
              <ac:spMk id="14" creationId="{EBBC545E-CFDF-A40B-046E-AEC9E529B81C}"/>
            </ac:spMkLst>
          </pc:spChg>
          <pc:spChg chg="del">
            <ac:chgData name="Anny Colin" userId="e307267926ccea94" providerId="LiveId" clId="{401A5045-C88D-4B21-B978-8E5BEB842976}" dt="2026-06-11T05:03:38.391" v="9"/>
            <ac:spMkLst>
              <pc:docMk/>
              <pc:sldMasterMk cId="4272434495" sldId="2147483909"/>
              <pc:sldLayoutMk cId="187906994" sldId="2147483921"/>
              <ac:spMk id="15" creationId="{B90503D3-D62B-0038-E24C-05C4B676AF66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129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31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284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322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4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08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561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047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866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801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518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927AFB-A171-440E-85AE-8173A49EBA6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81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31CB7-48AA-4691-B614-160E906C518A}" type="datetime2">
              <a:rPr lang="en-US" smtClean="0"/>
              <a:t>Thursday, June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8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6910B21B-B853-191C-1356-DEB18C425C28}"/>
              </a:ext>
            </a:extLst>
          </p:cNvPr>
          <p:cNvSpPr txBox="1"/>
          <p:nvPr/>
        </p:nvSpPr>
        <p:spPr>
          <a:xfrm>
            <a:off x="1219200" y="570270"/>
            <a:ext cx="8721213" cy="454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3200" b="1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Universidad Virtual del Estado de Guanajuato.</a:t>
            </a:r>
            <a:endParaRPr lang="es-MX" sz="3200" kern="1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3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3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Nombre del estudiante: Ana Leticia Colin Tostado.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3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Matrícula: 26008562.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3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Reto 3: Crea tu primer diseño de base de datos.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3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Fecha de elaboración: 11 de junio del 2026.</a:t>
            </a:r>
          </a:p>
        </p:txBody>
      </p:sp>
    </p:spTree>
    <p:extLst>
      <p:ext uri="{BB962C8B-B14F-4D97-AF65-F5344CB8AC3E}">
        <p14:creationId xmlns:p14="http://schemas.microsoft.com/office/powerpoint/2010/main" val="1848577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15FA19F-3234-DE68-DBF2-C55E8ABD8A85}"/>
              </a:ext>
            </a:extLst>
          </p:cNvPr>
          <p:cNvSpPr txBox="1"/>
          <p:nvPr/>
        </p:nvSpPr>
        <p:spPr>
          <a:xfrm>
            <a:off x="5246820" y="880315"/>
            <a:ext cx="54457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sz="1400" b="0" i="0" dirty="0">
                <a:solidFill>
                  <a:srgbClr val="373A3C"/>
                </a:solidFill>
                <a:effectLst/>
                <a:latin typeface="Gilroy"/>
              </a:rPr>
              <a:t>Se requiere la elaboración del Diseño de Base de Datos para la Zapatería: </a:t>
            </a:r>
            <a:r>
              <a:rPr lang="es-MX" sz="1400" b="0" i="0" dirty="0" err="1">
                <a:solidFill>
                  <a:srgbClr val="373A3C"/>
                </a:solidFill>
                <a:effectLst/>
                <a:latin typeface="Gilroy"/>
              </a:rPr>
              <a:t>ZapaModa</a:t>
            </a:r>
            <a:r>
              <a:rPr lang="es-MX" sz="1400" b="0" i="0" dirty="0">
                <a:solidFill>
                  <a:srgbClr val="373A3C"/>
                </a:solidFill>
                <a:effectLst/>
                <a:latin typeface="Gilroy"/>
              </a:rPr>
              <a:t> S.A. de C.V.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i="0" dirty="0">
                <a:solidFill>
                  <a:srgbClr val="373A3C"/>
                </a:solidFill>
                <a:effectLst/>
                <a:latin typeface="Gilroy"/>
              </a:rPr>
              <a:t>Paso 1: Modelo Entidad-Relación, considera la siguiente regla de negocio: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1" i="0" dirty="0">
                <a:solidFill>
                  <a:srgbClr val="3D70A5"/>
                </a:solidFill>
                <a:effectLst/>
                <a:latin typeface="Gilroy"/>
              </a:rPr>
              <a:t>El registro de transacción de Compra-Venta involucra un empleado, un cliente y muchos productos.</a:t>
            </a:r>
            <a:endParaRPr lang="es-MX" sz="1400" b="0" i="0" dirty="0">
              <a:solidFill>
                <a:srgbClr val="373A3C"/>
              </a:solidFill>
              <a:effectLst/>
              <a:latin typeface="Gilroy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La zapatería </a:t>
            </a:r>
            <a:r>
              <a:rPr lang="es-MX" sz="1400" b="0" i="0" dirty="0" err="1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ZapaModa</a:t>
            </a: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 cuenta con diversos productos para dama, caballero, niño y niña, por lo que requiere generar un Modelo Entidad-Relación para el control de inventarios y gestión de las ventas.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Se requiere elaborar 3 tablas: productos, empleados y clientes.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En la tabla </a:t>
            </a:r>
            <a:r>
              <a:rPr lang="es-MX" sz="1400" b="1" i="0" dirty="0">
                <a:solidFill>
                  <a:srgbClr val="3D70A5"/>
                </a:solidFill>
                <a:effectLst/>
                <a:latin typeface="Lato" panose="020F0502020204030203" pitchFamily="34" charset="0"/>
              </a:rPr>
              <a:t>Productos</a:t>
            </a: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 deben considerarse los siguientes campos: código de producto, nombre de producto, tipo, talla, fecha de compra, fecha de venta y cantidad en existencia.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En la tabla </a:t>
            </a:r>
            <a:r>
              <a:rPr lang="es-MX" sz="1400" b="1" i="0" dirty="0">
                <a:solidFill>
                  <a:srgbClr val="3D70A5"/>
                </a:solidFill>
                <a:effectLst/>
                <a:latin typeface="Lato" panose="020F0502020204030203" pitchFamily="34" charset="0"/>
              </a:rPr>
              <a:t>Empleados</a:t>
            </a: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 deben considerarse los siguientes campos: ID de empleado, nombre del empleado, dirección, teléfono y CURP.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En la tabla </a:t>
            </a:r>
            <a:r>
              <a:rPr lang="es-MX" sz="1400" b="1" i="0" dirty="0">
                <a:solidFill>
                  <a:srgbClr val="3D70A5"/>
                </a:solidFill>
                <a:effectLst/>
                <a:latin typeface="Lato" panose="020F0502020204030203" pitchFamily="34" charset="0"/>
              </a:rPr>
              <a:t>Clientes</a:t>
            </a:r>
            <a:r>
              <a:rPr lang="es-MX" sz="1400" b="0" i="0" dirty="0">
                <a:solidFill>
                  <a:srgbClr val="373A3C"/>
                </a:solidFill>
                <a:effectLst/>
                <a:latin typeface="Lato" panose="020F0502020204030203" pitchFamily="34" charset="0"/>
              </a:rPr>
              <a:t> deben considerarse los siguientes campos: número de cliente, nombre del cliente, dirección, e-mail, forma de pago y RFC para facturación.</a:t>
            </a:r>
          </a:p>
          <a:p>
            <a:pPr>
              <a:buNone/>
            </a:pPr>
            <a:br>
              <a:rPr lang="es-MX" sz="1400" dirty="0"/>
            </a:br>
            <a:endParaRPr lang="es-MX" sz="1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44046E-B01E-5249-8BAE-0469487DF1B9}"/>
              </a:ext>
            </a:extLst>
          </p:cNvPr>
          <p:cNvSpPr txBox="1"/>
          <p:nvPr/>
        </p:nvSpPr>
        <p:spPr>
          <a:xfrm>
            <a:off x="825910" y="3157861"/>
            <a:ext cx="4049414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Instrucciones</a:t>
            </a:r>
          </a:p>
          <a:p>
            <a:r>
              <a:rPr lang="en-US" sz="4000" dirty="0"/>
              <a:t>Caso de Estudio: </a:t>
            </a:r>
            <a:endParaRPr lang="es-MX" sz="4000" dirty="0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B009CE0C-3B5D-3CA7-8848-30AEA0831DA0}"/>
              </a:ext>
            </a:extLst>
          </p:cNvPr>
          <p:cNvSpPr/>
          <p:nvPr/>
        </p:nvSpPr>
        <p:spPr>
          <a:xfrm>
            <a:off x="1339973" y="1179871"/>
            <a:ext cx="2871019" cy="924232"/>
          </a:xfrm>
          <a:prstGeom prst="rightArrow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77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E474F38-EA3E-5C4D-282F-C8D447399A1D}"/>
              </a:ext>
            </a:extLst>
          </p:cNvPr>
          <p:cNvSpPr txBox="1"/>
          <p:nvPr/>
        </p:nvSpPr>
        <p:spPr>
          <a:xfrm>
            <a:off x="1671483" y="898178"/>
            <a:ext cx="880970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Modelo Entidad–Relación (MER) para </a:t>
            </a:r>
            <a:r>
              <a:rPr lang="es-MX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ZapaModa</a:t>
            </a:r>
            <a:r>
              <a:rPr lang="es-MX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S.A. de C.V.</a:t>
            </a:r>
          </a:p>
          <a:p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AutoNum type="arabicPeriod"/>
            </a:pPr>
            <a:r>
              <a:rPr lang="es-MX" sz="2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Regla del negocio: </a:t>
            </a:r>
            <a:r>
              <a:rPr lang="es-MX" sz="20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“El registro de transacción de Compra–Venta involucra un empleado, un cliente y muchos productos”. </a:t>
            </a:r>
          </a:p>
          <a:p>
            <a:endParaRPr lang="es-MX" sz="2000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Esto implica que una venta debe relacionarse con: </a:t>
            </a:r>
          </a:p>
          <a:p>
            <a:endParaRPr lang="es-MX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empleado.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cliente.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o varios productos.</a:t>
            </a:r>
          </a:p>
        </p:txBody>
      </p:sp>
    </p:spTree>
    <p:extLst>
      <p:ext uri="{BB962C8B-B14F-4D97-AF65-F5344CB8AC3E}">
        <p14:creationId xmlns:p14="http://schemas.microsoft.com/office/powerpoint/2010/main" val="356605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ADA2-004A-806A-42AC-5942ED97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8B0F14F-754E-A68F-95F6-E8862CE42A24}"/>
              </a:ext>
            </a:extLst>
          </p:cNvPr>
          <p:cNvSpPr txBox="1"/>
          <p:nvPr/>
        </p:nvSpPr>
        <p:spPr>
          <a:xfrm>
            <a:off x="786580" y="1602657"/>
            <a:ext cx="23400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Entidad: Productos.</a:t>
            </a:r>
          </a:p>
          <a:p>
            <a:pPr>
              <a:buNone/>
            </a:pPr>
            <a:endParaRPr lang="es-MX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CódigoProducto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NombreProducto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Tipo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Talla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FechaCompra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FechaVenta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Cantidad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Existencia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137F572-BBD1-BF4B-B936-623BF69823CF}"/>
              </a:ext>
            </a:extLst>
          </p:cNvPr>
          <p:cNvSpPr txBox="1"/>
          <p:nvPr/>
        </p:nvSpPr>
        <p:spPr>
          <a:xfrm>
            <a:off x="4517922" y="1602657"/>
            <a:ext cx="24678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Entidad: Empleados.</a:t>
            </a:r>
          </a:p>
          <a:p>
            <a:pPr>
              <a:buNone/>
            </a:pPr>
            <a:endParaRPr lang="es-MX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IDEmpleado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NombreEmpleado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Dirección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Teléfono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CURP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3F8F13-FBBC-46DE-8990-AEAC21F3CF2E}"/>
              </a:ext>
            </a:extLst>
          </p:cNvPr>
          <p:cNvSpPr txBox="1"/>
          <p:nvPr/>
        </p:nvSpPr>
        <p:spPr>
          <a:xfrm>
            <a:off x="1435510" y="511277"/>
            <a:ext cx="59288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Entidades y atributos.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2E3B2F-B2B7-C94C-7D3F-96244B8E391B}"/>
              </a:ext>
            </a:extLst>
          </p:cNvPr>
          <p:cNvSpPr txBox="1"/>
          <p:nvPr/>
        </p:nvSpPr>
        <p:spPr>
          <a:xfrm>
            <a:off x="8141112" y="1494501"/>
            <a:ext cx="2340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Entidad: Clientes.</a:t>
            </a:r>
          </a:p>
          <a:p>
            <a:pPr>
              <a:buNone/>
            </a:pPr>
            <a:endParaRPr lang="es-MX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NumeroCliente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NombreCliente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Dirección.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Email.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FormaPago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RFC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55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7CF3-AB85-B350-95F4-07FB8EE85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E256C5-5D64-15DE-677B-2A2B13B0C54B}"/>
              </a:ext>
            </a:extLst>
          </p:cNvPr>
          <p:cNvSpPr txBox="1"/>
          <p:nvPr/>
        </p:nvSpPr>
        <p:spPr>
          <a:xfrm>
            <a:off x="1681320" y="886148"/>
            <a:ext cx="27628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Entidad adicional necesaria: Venta.</a:t>
            </a:r>
          </a:p>
          <a:p>
            <a:pPr>
              <a:buNone/>
            </a:pPr>
            <a:endParaRPr lang="es-MX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regla de negocio exige registrar la transacción, así que se requiere una entidad </a:t>
            </a:r>
            <a:r>
              <a:rPr lang="es-MX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Venta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>
              <a:buNone/>
            </a:pP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Venta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IDVenta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FechaVenta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IDEmpleado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(FK)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NumeroCliente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(FK)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60DC02-B177-A2C5-63A1-B9023A145AEA}"/>
              </a:ext>
            </a:extLst>
          </p:cNvPr>
          <p:cNvSpPr txBox="1"/>
          <p:nvPr/>
        </p:nvSpPr>
        <p:spPr>
          <a:xfrm>
            <a:off x="6567948" y="758328"/>
            <a:ext cx="31168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Entidad puente: </a:t>
            </a:r>
            <a:r>
              <a:rPr lang="es-MX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DetalleVenta</a:t>
            </a:r>
            <a:r>
              <a:rPr lang="es-MX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>
              <a:buNone/>
            </a:pPr>
            <a:endParaRPr lang="es-MX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 permitir </a:t>
            </a:r>
            <a:r>
              <a:rPr lang="es-MX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muchos productos por venta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se usa una tabla intermedia.</a:t>
            </a:r>
          </a:p>
          <a:p>
            <a:pPr>
              <a:buNone/>
            </a:pP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b="1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DetalleVenta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IDDetalle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IDVenta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(FK)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CódigoProducto</a:t>
            </a: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(FK)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Cantidad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PrecioUnitario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282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FE575-5BC6-6EFF-5520-E28AB22D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3598B5E-608E-59F4-4F11-3D986FD997CD}"/>
              </a:ext>
            </a:extLst>
          </p:cNvPr>
          <p:cNvSpPr txBox="1"/>
          <p:nvPr/>
        </p:nvSpPr>
        <p:spPr>
          <a:xfrm>
            <a:off x="2890684" y="658762"/>
            <a:ext cx="582069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Relaciones.</a:t>
            </a:r>
          </a:p>
          <a:p>
            <a:pPr>
              <a:buNone/>
            </a:pPr>
            <a:endParaRPr lang="es-MX" sz="2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Empleado — Venta</a:t>
            </a:r>
            <a:r>
              <a:rPr lang="es-MX" sz="24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 empleado puede registrar muchas ventas. </a:t>
            </a:r>
            <a:r>
              <a:rPr lang="es-MX" sz="2400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(1 a muchos).</a:t>
            </a:r>
          </a:p>
          <a:p>
            <a:endParaRPr lang="es-MX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Cliente — Venta</a:t>
            </a:r>
            <a:r>
              <a:rPr lang="es-MX" sz="24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 cliente puede realizar muchas compras. </a:t>
            </a:r>
            <a:r>
              <a:rPr lang="es-MX" sz="2400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(1 a muchos).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Venta — Productos</a:t>
            </a:r>
            <a:r>
              <a:rPr lang="es-MX" sz="24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Una venta puede incluir muchos productos.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240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</a:t>
            </a:r>
            <a:r>
              <a:rPr lang="es-MX" sz="24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sz="2400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 producto </a:t>
            </a:r>
            <a:r>
              <a:rPr lang="es-MX" sz="24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puede aparecer en muchas ventas. </a:t>
            </a:r>
            <a:r>
              <a:rPr lang="es-MX" sz="2400" i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(muchos a muchos)</a:t>
            </a:r>
            <a:r>
              <a:rPr lang="es-MX" sz="24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Se resuelve con </a:t>
            </a:r>
            <a:r>
              <a:rPr lang="es-MX" sz="2400" b="1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DetalleVenta</a:t>
            </a:r>
            <a:r>
              <a:rPr lang="es-MX" sz="2400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s-MX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54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CEFBB-C8FB-AC2A-6722-FED552FD0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EBC5CB-2D28-F29F-E662-1CC9E24F1180}"/>
              </a:ext>
            </a:extLst>
          </p:cNvPr>
          <p:cNvSpPr txBox="1"/>
          <p:nvPr/>
        </p:nvSpPr>
        <p:spPr>
          <a:xfrm>
            <a:off x="3008671" y="540774"/>
            <a:ext cx="5820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s-MX"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Tabla: Productos.</a:t>
            </a:r>
            <a:endParaRPr lang="es-MX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F293037-716A-2F19-6F75-AFDBC2DCA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187120"/>
              </p:ext>
            </p:extLst>
          </p:nvPr>
        </p:nvGraphicFramePr>
        <p:xfrm>
          <a:off x="3383233" y="1352832"/>
          <a:ext cx="4973689" cy="2147448"/>
        </p:xfrm>
        <a:graphic>
          <a:graphicData uri="http://schemas.openxmlformats.org/drawingml/2006/table">
            <a:tbl>
              <a:tblPr/>
              <a:tblGrid>
                <a:gridCol w="1429563">
                  <a:extLst>
                    <a:ext uri="{9D8B030D-6E8A-4147-A177-3AD203B41FA5}">
                      <a16:colId xmlns:a16="http://schemas.microsoft.com/office/drawing/2014/main" val="1931032332"/>
                    </a:ext>
                  </a:extLst>
                </a:gridCol>
                <a:gridCol w="1042390">
                  <a:extLst>
                    <a:ext uri="{9D8B030D-6E8A-4147-A177-3AD203B41FA5}">
                      <a16:colId xmlns:a16="http://schemas.microsoft.com/office/drawing/2014/main" val="1691943310"/>
                    </a:ext>
                  </a:extLst>
                </a:gridCol>
                <a:gridCol w="2501736">
                  <a:extLst>
                    <a:ext uri="{9D8B030D-6E8A-4147-A177-3AD203B41FA5}">
                      <a16:colId xmlns:a16="http://schemas.microsoft.com/office/drawing/2014/main" val="1122534513"/>
                    </a:ext>
                  </a:extLst>
                </a:gridCol>
              </a:tblGrid>
              <a:tr h="268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dato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862116"/>
                  </a:ext>
                </a:extLst>
              </a:tr>
              <a:tr h="268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CódigoProducto (PK)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VARCHAR(10)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único del producto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63297"/>
                  </a:ext>
                </a:extLst>
              </a:tr>
              <a:tr h="268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NombreProducto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VARCHAR(50)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del producto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707800"/>
                  </a:ext>
                </a:extLst>
              </a:tr>
              <a:tr h="268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VARCHAR(20)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Dama, caballero, niño, niña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273086"/>
                  </a:ext>
                </a:extLst>
              </a:tr>
              <a:tr h="268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Talla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VARCHAR(5)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 o talla del calzado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615779"/>
                  </a:ext>
                </a:extLst>
              </a:tr>
              <a:tr h="268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FechaCompra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 en que se adquirió el producto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9926"/>
                  </a:ext>
                </a:extLst>
              </a:tr>
              <a:tr h="268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FechaVenta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 en que se vendió (si aplica)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519220"/>
                  </a:ext>
                </a:extLst>
              </a:tr>
              <a:tr h="268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CantidadExistencia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 disponible en inventario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089910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FB6084F2-C5F9-85F7-1571-65ACC992B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340717"/>
              </p:ext>
            </p:extLst>
          </p:nvPr>
        </p:nvGraphicFramePr>
        <p:xfrm>
          <a:off x="3383233" y="4127089"/>
          <a:ext cx="4973690" cy="2076168"/>
        </p:xfrm>
        <a:graphic>
          <a:graphicData uri="http://schemas.openxmlformats.org/drawingml/2006/table">
            <a:tbl>
              <a:tblPr/>
              <a:tblGrid>
                <a:gridCol w="1440846">
                  <a:extLst>
                    <a:ext uri="{9D8B030D-6E8A-4147-A177-3AD203B41FA5}">
                      <a16:colId xmlns:a16="http://schemas.microsoft.com/office/drawing/2014/main" val="1166515794"/>
                    </a:ext>
                  </a:extLst>
                </a:gridCol>
                <a:gridCol w="845112">
                  <a:extLst>
                    <a:ext uri="{9D8B030D-6E8A-4147-A177-3AD203B41FA5}">
                      <a16:colId xmlns:a16="http://schemas.microsoft.com/office/drawing/2014/main" val="319547407"/>
                    </a:ext>
                  </a:extLst>
                </a:gridCol>
                <a:gridCol w="2687732">
                  <a:extLst>
                    <a:ext uri="{9D8B030D-6E8A-4147-A177-3AD203B41FA5}">
                      <a16:colId xmlns:a16="http://schemas.microsoft.com/office/drawing/2014/main" val="4043921855"/>
                    </a:ext>
                  </a:extLst>
                </a:gridCol>
              </a:tblGrid>
              <a:tr h="259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dato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74414"/>
                  </a:ext>
                </a:extLst>
              </a:tr>
              <a:tr h="259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 de producto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único del producto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444451"/>
                  </a:ext>
                </a:extLst>
              </a:tr>
              <a:tr h="259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 producto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del artículo que se vende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114614"/>
                  </a:ext>
                </a:extLst>
              </a:tr>
              <a:tr h="259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Dama, caballero, niño o niña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286644"/>
                  </a:ext>
                </a:extLst>
              </a:tr>
              <a:tr h="259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Talla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 o talla del calzado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12032"/>
                  </a:ext>
                </a:extLst>
              </a:tr>
              <a:tr h="259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 de compra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Día en que se adquirió el producto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703264"/>
                  </a:ext>
                </a:extLst>
              </a:tr>
              <a:tr h="259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 de venta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Día en que se vendió el producto (si aplica)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427267"/>
                  </a:ext>
                </a:extLst>
              </a:tr>
              <a:tr h="2595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 en existencia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 disponible en inventario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41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064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55AB-8238-0117-63C7-DBD5C858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565B28-0AAD-BB9F-FE26-28476465A1B1}"/>
              </a:ext>
            </a:extLst>
          </p:cNvPr>
          <p:cNvSpPr txBox="1"/>
          <p:nvPr/>
        </p:nvSpPr>
        <p:spPr>
          <a:xfrm>
            <a:off x="3008671" y="540774"/>
            <a:ext cx="5820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s-MX"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Tabla: Empleados.</a:t>
            </a:r>
            <a:endParaRPr lang="es-MX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F60109E-5E75-84CB-2275-D01170979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330477"/>
              </p:ext>
            </p:extLst>
          </p:nvPr>
        </p:nvGraphicFramePr>
        <p:xfrm>
          <a:off x="3490453" y="1455173"/>
          <a:ext cx="5028514" cy="2094270"/>
        </p:xfrm>
        <a:graphic>
          <a:graphicData uri="http://schemas.openxmlformats.org/drawingml/2006/table">
            <a:tbl>
              <a:tblPr/>
              <a:tblGrid>
                <a:gridCol w="1392259">
                  <a:extLst>
                    <a:ext uri="{9D8B030D-6E8A-4147-A177-3AD203B41FA5}">
                      <a16:colId xmlns:a16="http://schemas.microsoft.com/office/drawing/2014/main" val="1942268452"/>
                    </a:ext>
                  </a:extLst>
                </a:gridCol>
                <a:gridCol w="1146567">
                  <a:extLst>
                    <a:ext uri="{9D8B030D-6E8A-4147-A177-3AD203B41FA5}">
                      <a16:colId xmlns:a16="http://schemas.microsoft.com/office/drawing/2014/main" val="584622683"/>
                    </a:ext>
                  </a:extLst>
                </a:gridCol>
                <a:gridCol w="2489688">
                  <a:extLst>
                    <a:ext uri="{9D8B030D-6E8A-4147-A177-3AD203B41FA5}">
                      <a16:colId xmlns:a16="http://schemas.microsoft.com/office/drawing/2014/main" val="170529697"/>
                    </a:ext>
                  </a:extLst>
                </a:gridCol>
              </a:tblGrid>
              <a:tr h="349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dato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386919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IDEmpleado</a:t>
                      </a: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(PK)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único del empleado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25566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NombreEmpleado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VARCHAR(50)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completo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349387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VARCHAR(100)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Domicilio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62686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Teléfono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VARCHAR(15)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 telefónico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264209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VARCHAR(18)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oficial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04086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E6E8BED-1553-610D-B6DD-D6CC92D37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810409"/>
              </p:ext>
            </p:extLst>
          </p:nvPr>
        </p:nvGraphicFramePr>
        <p:xfrm>
          <a:off x="3457655" y="3879067"/>
          <a:ext cx="5061310" cy="2315256"/>
        </p:xfrm>
        <a:graphic>
          <a:graphicData uri="http://schemas.openxmlformats.org/drawingml/2006/table">
            <a:tbl>
              <a:tblPr/>
              <a:tblGrid>
                <a:gridCol w="1639801">
                  <a:extLst>
                    <a:ext uri="{9D8B030D-6E8A-4147-A177-3AD203B41FA5}">
                      <a16:colId xmlns:a16="http://schemas.microsoft.com/office/drawing/2014/main" val="4057806095"/>
                    </a:ext>
                  </a:extLst>
                </a:gridCol>
                <a:gridCol w="977574">
                  <a:extLst>
                    <a:ext uri="{9D8B030D-6E8A-4147-A177-3AD203B41FA5}">
                      <a16:colId xmlns:a16="http://schemas.microsoft.com/office/drawing/2014/main" val="3526620218"/>
                    </a:ext>
                  </a:extLst>
                </a:gridCol>
                <a:gridCol w="2443935">
                  <a:extLst>
                    <a:ext uri="{9D8B030D-6E8A-4147-A177-3AD203B41FA5}">
                      <a16:colId xmlns:a16="http://schemas.microsoft.com/office/drawing/2014/main" val="255938907"/>
                    </a:ext>
                  </a:extLst>
                </a:gridCol>
              </a:tblGrid>
              <a:tr h="3858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dato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62452"/>
                  </a:ext>
                </a:extLst>
              </a:tr>
              <a:tr h="3858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 de empleado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único del empleado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956369"/>
                  </a:ext>
                </a:extLst>
              </a:tr>
              <a:tr h="3858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del empleado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completo del empleado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180110"/>
                  </a:ext>
                </a:extLst>
              </a:tr>
              <a:tr h="3858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Domicilio del empleado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623512"/>
                  </a:ext>
                </a:extLst>
              </a:tr>
              <a:tr h="3858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Teléfono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 telefónico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92168"/>
                  </a:ext>
                </a:extLst>
              </a:tr>
              <a:tr h="3858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CURP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oficial del empleado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65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37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C801-0694-1F6C-4AF2-0BB995FF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50566D7-D4A6-8D00-D77E-523504ABBAAE}"/>
              </a:ext>
            </a:extLst>
          </p:cNvPr>
          <p:cNvSpPr txBox="1"/>
          <p:nvPr/>
        </p:nvSpPr>
        <p:spPr>
          <a:xfrm>
            <a:off x="3008671" y="540774"/>
            <a:ext cx="5820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s-MX"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Tabla: Clientes.</a:t>
            </a:r>
            <a:endParaRPr lang="es-MX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29C0DE0-E11F-E224-BF9A-8D40CA8A7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155747"/>
              </p:ext>
            </p:extLst>
          </p:nvPr>
        </p:nvGraphicFramePr>
        <p:xfrm>
          <a:off x="3507019" y="1533881"/>
          <a:ext cx="4738123" cy="2131234"/>
        </p:xfrm>
        <a:graphic>
          <a:graphicData uri="http://schemas.openxmlformats.org/drawingml/2006/table">
            <a:tbl>
              <a:tblPr/>
              <a:tblGrid>
                <a:gridCol w="1443402">
                  <a:extLst>
                    <a:ext uri="{9D8B030D-6E8A-4147-A177-3AD203B41FA5}">
                      <a16:colId xmlns:a16="http://schemas.microsoft.com/office/drawing/2014/main" val="2461261754"/>
                    </a:ext>
                  </a:extLst>
                </a:gridCol>
                <a:gridCol w="1098241">
                  <a:extLst>
                    <a:ext uri="{9D8B030D-6E8A-4147-A177-3AD203B41FA5}">
                      <a16:colId xmlns:a16="http://schemas.microsoft.com/office/drawing/2014/main" val="3306731025"/>
                    </a:ext>
                  </a:extLst>
                </a:gridCol>
                <a:gridCol w="2196480">
                  <a:extLst>
                    <a:ext uri="{9D8B030D-6E8A-4147-A177-3AD203B41FA5}">
                      <a16:colId xmlns:a16="http://schemas.microsoft.com/office/drawing/2014/main" val="94552084"/>
                    </a:ext>
                  </a:extLst>
                </a:gridCol>
              </a:tblGrid>
              <a:tr h="304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dato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595260"/>
                  </a:ext>
                </a:extLst>
              </a:tr>
              <a:tr h="304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NumeroCliente (PK)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único del cliente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03123"/>
                  </a:ext>
                </a:extLst>
              </a:tr>
              <a:tr h="304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NombreCliente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VARCHAR(50)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completo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628447"/>
                  </a:ext>
                </a:extLst>
              </a:tr>
              <a:tr h="304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VARCHAR(100)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Domicilio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796686"/>
                  </a:ext>
                </a:extLst>
              </a:tr>
              <a:tr h="304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VARCHAR(50)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Correo electrónico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07193"/>
                  </a:ext>
                </a:extLst>
              </a:tr>
              <a:tr h="304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FormaPago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VARCHAR(20)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Efectivo, tarjeta, transferencia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894146"/>
                  </a:ext>
                </a:extLst>
              </a:tr>
              <a:tr h="304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RFC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VARCHAR(13)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RFC para facturación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340886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CDB0B0B-4CD2-6BA2-C877-D779FFC46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532055"/>
              </p:ext>
            </p:extLst>
          </p:nvPr>
        </p:nvGraphicFramePr>
        <p:xfrm>
          <a:off x="3412306" y="4073446"/>
          <a:ext cx="4832835" cy="1717751"/>
        </p:xfrm>
        <a:graphic>
          <a:graphicData uri="http://schemas.openxmlformats.org/drawingml/2006/table">
            <a:tbl>
              <a:tblPr/>
              <a:tblGrid>
                <a:gridCol w="1378597">
                  <a:extLst>
                    <a:ext uri="{9D8B030D-6E8A-4147-A177-3AD203B41FA5}">
                      <a16:colId xmlns:a16="http://schemas.microsoft.com/office/drawing/2014/main" val="2123315209"/>
                    </a:ext>
                  </a:extLst>
                </a:gridCol>
                <a:gridCol w="944882">
                  <a:extLst>
                    <a:ext uri="{9D8B030D-6E8A-4147-A177-3AD203B41FA5}">
                      <a16:colId xmlns:a16="http://schemas.microsoft.com/office/drawing/2014/main" val="3511876193"/>
                    </a:ext>
                  </a:extLst>
                </a:gridCol>
                <a:gridCol w="2509356">
                  <a:extLst>
                    <a:ext uri="{9D8B030D-6E8A-4147-A177-3AD203B41FA5}">
                      <a16:colId xmlns:a16="http://schemas.microsoft.com/office/drawing/2014/main" val="3504409119"/>
                    </a:ext>
                  </a:extLst>
                </a:gridCol>
              </a:tblGrid>
              <a:tr h="2453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Campo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dato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39434"/>
                  </a:ext>
                </a:extLst>
              </a:tr>
              <a:tr h="2453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 de cliente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único del cliente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308686"/>
                  </a:ext>
                </a:extLst>
              </a:tr>
              <a:tr h="2453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del cliente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completo del cliente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754508"/>
                  </a:ext>
                </a:extLst>
              </a:tr>
              <a:tr h="2453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Domicilio del cliente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025692"/>
                  </a:ext>
                </a:extLst>
              </a:tr>
              <a:tr h="2453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E-mail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Correo electrónico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52956"/>
                  </a:ext>
                </a:extLst>
              </a:tr>
              <a:tr h="2453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 de pago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Efectivo, tarjeta, transferencia, etc.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602568"/>
                  </a:ext>
                </a:extLst>
              </a:tr>
              <a:tr h="2453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RFC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RFC para facturación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847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75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FC62-BBEE-8985-0841-5CEDD76E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9BDBA39-752F-0FDC-9FA6-B4A2BB25A953}"/>
              </a:ext>
            </a:extLst>
          </p:cNvPr>
          <p:cNvSpPr txBox="1"/>
          <p:nvPr/>
        </p:nvSpPr>
        <p:spPr>
          <a:xfrm>
            <a:off x="3008671" y="540774"/>
            <a:ext cx="5820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s-MX" sz="3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Tabla: Detalle Venta.</a:t>
            </a:r>
            <a:endParaRPr lang="es-MX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BDDC1AE-5194-E782-D250-8378CE375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578972"/>
              </p:ext>
            </p:extLst>
          </p:nvPr>
        </p:nvGraphicFramePr>
        <p:xfrm>
          <a:off x="1336650" y="2054434"/>
          <a:ext cx="3923609" cy="2749131"/>
        </p:xfrm>
        <a:graphic>
          <a:graphicData uri="http://schemas.openxmlformats.org/drawingml/2006/table">
            <a:tbl>
              <a:tblPr/>
              <a:tblGrid>
                <a:gridCol w="1263283">
                  <a:extLst>
                    <a:ext uri="{9D8B030D-6E8A-4147-A177-3AD203B41FA5}">
                      <a16:colId xmlns:a16="http://schemas.microsoft.com/office/drawing/2014/main" val="1404093533"/>
                    </a:ext>
                  </a:extLst>
                </a:gridCol>
                <a:gridCol w="1129524">
                  <a:extLst>
                    <a:ext uri="{9D8B030D-6E8A-4147-A177-3AD203B41FA5}">
                      <a16:colId xmlns:a16="http://schemas.microsoft.com/office/drawing/2014/main" val="1018076602"/>
                    </a:ext>
                  </a:extLst>
                </a:gridCol>
                <a:gridCol w="1530802">
                  <a:extLst>
                    <a:ext uri="{9D8B030D-6E8A-4147-A177-3AD203B41FA5}">
                      <a16:colId xmlns:a16="http://schemas.microsoft.com/office/drawing/2014/main" val="1981776700"/>
                    </a:ext>
                  </a:extLst>
                </a:gridCol>
              </a:tblGrid>
              <a:tr h="2114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Campo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dato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591369"/>
                  </a:ext>
                </a:extLst>
              </a:tr>
              <a:tr h="634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IDDetalle (PK)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único del detalle de la venta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023211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IDVenta (FK)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Referencia a la venta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495893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CodigoProducto (FK)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Referencia al producto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445954"/>
                  </a:ext>
                </a:extLst>
              </a:tr>
              <a:tr h="634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 de productos vendidos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230857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PrecioUnitario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DECIMAL(10,2)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Precio por unidad del producto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26650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A439268-7EC9-AE75-38A7-05B16CE4D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6339"/>
              </p:ext>
            </p:extLst>
          </p:nvPr>
        </p:nvGraphicFramePr>
        <p:xfrm>
          <a:off x="6200877" y="2054433"/>
          <a:ext cx="3759200" cy="2749131"/>
        </p:xfrm>
        <a:graphic>
          <a:graphicData uri="http://schemas.openxmlformats.org/drawingml/2006/table">
            <a:tbl>
              <a:tblPr/>
              <a:tblGrid>
                <a:gridCol w="1040493">
                  <a:extLst>
                    <a:ext uri="{9D8B030D-6E8A-4147-A177-3AD203B41FA5}">
                      <a16:colId xmlns:a16="http://schemas.microsoft.com/office/drawing/2014/main" val="2366679904"/>
                    </a:ext>
                  </a:extLst>
                </a:gridCol>
                <a:gridCol w="1040493">
                  <a:extLst>
                    <a:ext uri="{9D8B030D-6E8A-4147-A177-3AD203B41FA5}">
                      <a16:colId xmlns:a16="http://schemas.microsoft.com/office/drawing/2014/main" val="3692322591"/>
                    </a:ext>
                  </a:extLst>
                </a:gridCol>
                <a:gridCol w="1678214">
                  <a:extLst>
                    <a:ext uri="{9D8B030D-6E8A-4147-A177-3AD203B41FA5}">
                      <a16:colId xmlns:a16="http://schemas.microsoft.com/office/drawing/2014/main" val="3590248288"/>
                    </a:ext>
                  </a:extLst>
                </a:gridCol>
              </a:tblGrid>
              <a:tr h="2114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Campo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dato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135771"/>
                  </a:ext>
                </a:extLst>
              </a:tr>
              <a:tr h="634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 detalle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Identificador único del detalle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367176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 venta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Relación con la venta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701279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Código producto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Relación con el producto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443239"/>
                  </a:ext>
                </a:extLst>
              </a:tr>
              <a:tr h="6344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 de productos vendidos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06150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Precio unitario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Número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Precio por unidad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05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13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0E74-6E83-AA27-BCB9-6C63ABA14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8ED99DE-22D4-CA3C-247F-7546724A6572}"/>
              </a:ext>
            </a:extLst>
          </p:cNvPr>
          <p:cNvSpPr txBox="1"/>
          <p:nvPr/>
        </p:nvSpPr>
        <p:spPr>
          <a:xfrm>
            <a:off x="2743200" y="823140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Versión </a:t>
            </a:r>
            <a:r>
              <a:rPr lang="es-MX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Uno d</a:t>
            </a:r>
            <a:r>
              <a:rPr lang="es-MX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iagrama de Modelo Entidad-Relación:</a:t>
            </a:r>
            <a:endParaRPr lang="es-MX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36C4E40-2954-00EC-C385-6192B4899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082" y="1720098"/>
            <a:ext cx="7266143" cy="404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05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8DF1-B1B6-CA73-7854-285B66F6E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548B280-66C6-FB32-E967-18A0FC7DF59B}"/>
              </a:ext>
            </a:extLst>
          </p:cNvPr>
          <p:cNvSpPr txBox="1"/>
          <p:nvPr/>
        </p:nvSpPr>
        <p:spPr>
          <a:xfrm>
            <a:off x="2753032" y="557669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Versión Dos al agregar Detalle de Venta.</a:t>
            </a:r>
            <a:endParaRPr lang="es-MX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CC3D93-B23A-3A56-8BF1-09855966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298" y="1300861"/>
            <a:ext cx="7891403" cy="45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7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D7181-A462-4BD5-F29E-3E90BF69B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4C924A0-BA81-1AD9-22F5-67A4C28B461E}"/>
              </a:ext>
            </a:extLst>
          </p:cNvPr>
          <p:cNvSpPr txBox="1"/>
          <p:nvPr/>
        </p:nvSpPr>
        <p:spPr>
          <a:xfrm>
            <a:off x="2753032" y="557669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Versión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Tres al agregar Detalle de Venta.</a:t>
            </a:r>
            <a:endParaRPr lang="es-MX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F867D9E-1133-71C5-6A94-4B8AB0784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762" y="1090523"/>
            <a:ext cx="8791980" cy="536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97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A799-453E-ACEB-7C5D-0A94D39F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306E08E-9210-319E-B1FA-F640279C422A}"/>
              </a:ext>
            </a:extLst>
          </p:cNvPr>
          <p:cNvSpPr txBox="1"/>
          <p:nvPr/>
        </p:nvSpPr>
        <p:spPr>
          <a:xfrm>
            <a:off x="2753032" y="557669"/>
            <a:ext cx="613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Versión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Final al agregar Detalle de Venta.</a:t>
            </a:r>
            <a:endParaRPr lang="es-MX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093269-0210-AA7B-BE01-011BC7F4D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81" y="1067334"/>
            <a:ext cx="6891691" cy="519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75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238A1-6573-ECD5-1046-81D319C2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206FEA7-91D3-1FFD-D158-7E79AA0F5C0A}"/>
              </a:ext>
            </a:extLst>
          </p:cNvPr>
          <p:cNvSpPr txBox="1"/>
          <p:nvPr/>
        </p:nvSpPr>
        <p:spPr>
          <a:xfrm>
            <a:off x="1386349" y="1108276"/>
            <a:ext cx="98814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Análisis Información.</a:t>
            </a:r>
          </a:p>
          <a:p>
            <a:pPr algn="ctr">
              <a:buNone/>
            </a:pPr>
            <a:endParaRPr lang="es-MX" sz="2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buNone/>
            </a:pPr>
            <a:endParaRPr lang="es-MX" sz="2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regla de negocio: </a:t>
            </a:r>
            <a:r>
              <a:rPr lang="es-MX" sz="1800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“El registro de transacción de Compra‑Venta involucra un empleado, un cliente y muchos productos.”</a:t>
            </a:r>
          </a:p>
          <a:p>
            <a:pPr>
              <a:buNone/>
            </a:pPr>
            <a:endParaRPr lang="es-MX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Esto significa que debe existir una relación donde: </a:t>
            </a:r>
          </a:p>
          <a:p>
            <a:pPr>
              <a:buNone/>
            </a:pPr>
            <a:endParaRPr lang="es-MX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 empleado participa en muchas ventas.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 cliente participa en muchas ventas.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Una venta incluye muchos productos.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 un producto puede aparecer en muchas ventas.</a:t>
            </a:r>
          </a:p>
        </p:txBody>
      </p:sp>
    </p:spTree>
    <p:extLst>
      <p:ext uri="{BB962C8B-B14F-4D97-AF65-F5344CB8AC3E}">
        <p14:creationId xmlns:p14="http://schemas.microsoft.com/office/powerpoint/2010/main" val="1301284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81BC-6A35-655D-0061-BD6E269B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F7F1BE9-1947-DDD6-8E06-C4702E223A6B}"/>
              </a:ext>
            </a:extLst>
          </p:cNvPr>
          <p:cNvSpPr txBox="1"/>
          <p:nvPr/>
        </p:nvSpPr>
        <p:spPr>
          <a:xfrm>
            <a:off x="919318" y="538005"/>
            <a:ext cx="98814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Análisis Información.</a:t>
            </a:r>
          </a:p>
          <a:p>
            <a:pPr algn="ctr">
              <a:buNone/>
            </a:pPr>
            <a:endParaRPr lang="es-MX" sz="2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buNone/>
            </a:pPr>
            <a:endParaRPr lang="es-MX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70843AC-DBC2-F636-ECB9-B64E4B894845}"/>
              </a:ext>
            </a:extLst>
          </p:cNvPr>
          <p:cNvSpPr txBox="1"/>
          <p:nvPr/>
        </p:nvSpPr>
        <p:spPr>
          <a:xfrm>
            <a:off x="1484673" y="1488653"/>
            <a:ext cx="359860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sz="2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Entidades:</a:t>
            </a:r>
          </a:p>
          <a:p>
            <a:pPr>
              <a:buNone/>
            </a:pP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Productos.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Clientes.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Empleados.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MX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Compra_Venta</a:t>
            </a: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(relación).</a:t>
            </a: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ED7A95-AB1C-9A20-D20B-D16958FBB8C7}"/>
              </a:ext>
            </a:extLst>
          </p:cNvPr>
          <p:cNvSpPr txBox="1"/>
          <p:nvPr/>
        </p:nvSpPr>
        <p:spPr>
          <a:xfrm>
            <a:off x="5860027" y="1547025"/>
            <a:ext cx="4463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sz="2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Cardinalidades:</a:t>
            </a:r>
          </a:p>
          <a:p>
            <a:pPr>
              <a:buNone/>
            </a:pPr>
            <a:endParaRPr lang="es-MX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Productos → Compra_Venta = </a:t>
            </a:r>
            <a:r>
              <a:rPr lang="es-MX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a N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Clientes → Compra_Venta = </a:t>
            </a:r>
            <a:r>
              <a:rPr lang="es-MX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a N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Empleados → Compra_Venta = </a:t>
            </a:r>
            <a:r>
              <a:rPr lang="es-MX" b="1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a N</a:t>
            </a:r>
            <a:endParaRPr lang="es-MX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125116-844B-96FD-325C-FA307CF6E16B}"/>
              </a:ext>
            </a:extLst>
          </p:cNvPr>
          <p:cNvSpPr txBox="1"/>
          <p:nvPr/>
        </p:nvSpPr>
        <p:spPr>
          <a:xfrm>
            <a:off x="1484673" y="3885889"/>
            <a:ext cx="42377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Atributos:</a:t>
            </a:r>
          </a:p>
          <a:p>
            <a:endParaRPr lang="es-MX" sz="24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Incluye los atributos solicitados.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5A1965F-AF71-7F27-6100-34EF560E1623}"/>
              </a:ext>
            </a:extLst>
          </p:cNvPr>
          <p:cNvSpPr txBox="1"/>
          <p:nvPr/>
        </p:nvSpPr>
        <p:spPr>
          <a:xfrm>
            <a:off x="5860027" y="3396534"/>
            <a:ext cx="552572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MX" sz="2400" b="1" dirty="0">
                <a:solidFill>
                  <a:srgbClr val="0070C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Relación Compra-Venta:</a:t>
            </a:r>
          </a:p>
          <a:p>
            <a:pPr>
              <a:buNone/>
            </a:pPr>
            <a:endParaRPr lang="es-MX" sz="2400" b="1" dirty="0">
              <a:solidFill>
                <a:srgbClr val="0070C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Empleado → realiza muchas ventas → 1 a 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Cliente → realiza muchas compras → 1 a 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MX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Producto → aparece en muchas ventas → 1 a N</a:t>
            </a:r>
          </a:p>
        </p:txBody>
      </p:sp>
    </p:spTree>
    <p:extLst>
      <p:ext uri="{BB962C8B-B14F-4D97-AF65-F5344CB8AC3E}">
        <p14:creationId xmlns:p14="http://schemas.microsoft.com/office/powerpoint/2010/main" val="2694464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0D0F-012C-1EAA-A26D-39250E56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1A33C6-CC6C-CEAE-808E-D1FAB6244236}"/>
              </a:ext>
            </a:extLst>
          </p:cNvPr>
          <p:cNvSpPr txBox="1"/>
          <p:nvPr/>
        </p:nvSpPr>
        <p:spPr>
          <a:xfrm>
            <a:off x="216311" y="540774"/>
            <a:ext cx="112972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s-MX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Referencias Bibliográficas:</a:t>
            </a:r>
          </a:p>
          <a:p>
            <a:pPr algn="ctr">
              <a:buNone/>
            </a:pPr>
            <a:endParaRPr lang="es-MX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buNone/>
            </a:pPr>
            <a:endParaRPr lang="es-MX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Aguilar, V. M. (2020). Modelo Entidad‑Relación y diagramas UML. Recuperado el 20 de abril de 2020.</a:t>
            </a:r>
          </a:p>
          <a:p>
            <a:pPr algn="ctr">
              <a:buNone/>
            </a:pPr>
            <a:endParaRPr lang="es-MX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Capacho Portilla, J. R., y </a:t>
            </a:r>
            <a:r>
              <a:rPr lang="es-MX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Nietol</a:t>
            </a: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W. (2017). Diseño de bases de datos. Universidad del Norte. Recuperado de la base de datos </a:t>
            </a:r>
            <a:r>
              <a:rPr lang="es-MX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elibrocatedra</a:t>
            </a: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(ID: 5309026).</a:t>
            </a:r>
          </a:p>
          <a:p>
            <a:pPr>
              <a:buNone/>
            </a:pPr>
            <a:endParaRPr lang="es-MX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González, M. (s.f.). Diseño lógico de bases de datos [Video]. </a:t>
            </a:r>
            <a:r>
              <a:rPr lang="es-MX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Universitat</a:t>
            </a: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MX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Politècnica</a:t>
            </a:r>
            <a:r>
              <a:rPr lang="es-MX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València. https://youtu.be/_SADhrQD5bY (youtu.be in Bing)</a:t>
            </a:r>
          </a:p>
        </p:txBody>
      </p:sp>
    </p:spTree>
    <p:extLst>
      <p:ext uri="{BB962C8B-B14F-4D97-AF65-F5344CB8AC3E}">
        <p14:creationId xmlns:p14="http://schemas.microsoft.com/office/powerpoint/2010/main" val="2715920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831</TotalTime>
  <Words>1191</Words>
  <Application>Microsoft Office PowerPoint</Application>
  <PresentationFormat>Panorámica</PresentationFormat>
  <Paragraphs>290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Gilroy</vt:lpstr>
      <vt:lpstr>Lato</vt:lpstr>
      <vt:lpstr>Wingdings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Anny Colin</dc:creator>
  <cp:lastModifiedBy>Anny Colin</cp:lastModifiedBy>
  <cp:revision>1</cp:revision>
  <dcterms:created xsi:type="dcterms:W3CDTF">2026-06-11T05:01:45Z</dcterms:created>
  <dcterms:modified xsi:type="dcterms:W3CDTF">2026-06-12T05:41:50Z</dcterms:modified>
</cp:coreProperties>
</file>